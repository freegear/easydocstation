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67" r:id="rId2"/>
    <p:sldId id="277" r:id="rId3"/>
    <p:sldId id="259" r:id="rId4"/>
    <p:sldId id="278" r:id="rId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0000FF"/>
    <a:srgbClr val="1C2B4A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FD3C27-FA2D-46BE-8BF7-83C3EBAED616}" v="46" dt="2026-03-11T06:56:10.234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6242" autoAdjust="0"/>
  </p:normalViewPr>
  <p:slideViewPr>
    <p:cSldViewPr snapToGrid="0">
      <p:cViewPr varScale="1">
        <p:scale>
          <a:sx n="99" d="100"/>
          <a:sy n="99" d="100"/>
        </p:scale>
        <p:origin x="108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Y J" userId="9b3c7142ec981d42" providerId="LiveId" clId="{B6227145-558B-480E-B5B9-374C3D91F2B5}"/>
    <pc:docChg chg="undo redo custSel delSld modSld">
      <pc:chgData name="JY J" userId="9b3c7142ec981d42" providerId="LiveId" clId="{B6227145-558B-480E-B5B9-374C3D91F2B5}" dt="2026-03-05T08:17:06.886" v="7"/>
      <pc:docMkLst>
        <pc:docMk/>
      </pc:docMkLst>
      <pc:sldChg chg="modNotesTx">
        <pc:chgData name="JY J" userId="9b3c7142ec981d42" providerId="LiveId" clId="{B6227145-558B-480E-B5B9-374C3D91F2B5}" dt="2026-03-05T08:17:06.886" v="7"/>
        <pc:sldMkLst>
          <pc:docMk/>
          <pc:sldMk cId="0" sldId="259"/>
        </pc:sldMkLst>
      </pc:sldChg>
      <pc:sldChg chg="modNotesTx">
        <pc:chgData name="JY J" userId="9b3c7142ec981d42" providerId="LiveId" clId="{B6227145-558B-480E-B5B9-374C3D91F2B5}" dt="2026-03-05T08:17:06.715" v="6"/>
        <pc:sldMkLst>
          <pc:docMk/>
          <pc:sldMk cId="0" sldId="277"/>
        </pc:sldMkLst>
      </pc:sldChg>
    </pc:docChg>
  </pc:docChgLst>
  <pc:docChgLst>
    <pc:chgData name="JY J" userId="9b3c7142ec981d42" providerId="LiveId" clId="{76C9870D-5849-42B8-8854-4BEA38412540}"/>
    <pc:docChg chg="undo redo custSel addSld delSld modSld modMainMaster">
      <pc:chgData name="JY J" userId="9b3c7142ec981d42" providerId="LiveId" clId="{76C9870D-5849-42B8-8854-4BEA38412540}" dt="2026-03-11T06:56:28.163" v="3395" actId="20577"/>
      <pc:docMkLst>
        <pc:docMk/>
      </pc:docMkLst>
      <pc:sldChg chg="addSp delSp modSp mod modNotesTx">
        <pc:chgData name="JY J" userId="9b3c7142ec981d42" providerId="LiveId" clId="{76C9870D-5849-42B8-8854-4BEA38412540}" dt="2026-03-11T06:01:12.066" v="2336" actId="20577"/>
        <pc:sldMkLst>
          <pc:docMk/>
          <pc:sldMk cId="0" sldId="259"/>
        </pc:sldMkLst>
        <pc:spChg chg="mod">
          <ac:chgData name="JY J" userId="9b3c7142ec981d42" providerId="LiveId" clId="{76C9870D-5849-42B8-8854-4BEA38412540}" dt="2026-03-11T06:01:12.066" v="2336" actId="20577"/>
          <ac:spMkLst>
            <pc:docMk/>
            <pc:sldMk cId="0" sldId="259"/>
            <ac:spMk id="5" creationId="{00000000-0000-0000-0000-000000000000}"/>
          </ac:spMkLst>
        </pc:spChg>
        <pc:spChg chg="mod">
          <ac:chgData name="JY J" userId="9b3c7142ec981d42" providerId="LiveId" clId="{76C9870D-5849-42B8-8854-4BEA38412540}" dt="2026-03-11T06:00:27.132" v="2300" actId="20577"/>
          <ac:spMkLst>
            <pc:docMk/>
            <pc:sldMk cId="0" sldId="259"/>
            <ac:spMk id="6" creationId="{00000000-0000-0000-0000-000000000000}"/>
          </ac:spMkLst>
        </pc:spChg>
        <pc:spChg chg="mod">
          <ac:chgData name="JY J" userId="9b3c7142ec981d42" providerId="LiveId" clId="{76C9870D-5849-42B8-8854-4BEA38412540}" dt="2026-03-09T02:14:17.417" v="2230" actId="207"/>
          <ac:spMkLst>
            <pc:docMk/>
            <pc:sldMk cId="0" sldId="259"/>
            <ac:spMk id="7" creationId="{00000000-0000-0000-0000-000000000000}"/>
          </ac:spMkLst>
        </pc:spChg>
        <pc:spChg chg="add mod">
          <ac:chgData name="JY J" userId="9b3c7142ec981d42" providerId="LiveId" clId="{76C9870D-5849-42B8-8854-4BEA38412540}" dt="2026-03-05T09:15:04.115" v="765"/>
          <ac:spMkLst>
            <pc:docMk/>
            <pc:sldMk cId="0" sldId="259"/>
            <ac:spMk id="8" creationId="{D5734E22-8EF5-449A-E16D-E01F237B6B48}"/>
          </ac:spMkLst>
        </pc:spChg>
        <pc:spChg chg="add mod">
          <ac:chgData name="JY J" userId="9b3c7142ec981d42" providerId="LiveId" clId="{76C9870D-5849-42B8-8854-4BEA38412540}" dt="2026-03-05T09:20:23.880" v="865" actId="20577"/>
          <ac:spMkLst>
            <pc:docMk/>
            <pc:sldMk cId="0" sldId="259"/>
            <ac:spMk id="9" creationId="{E1639DEF-98FF-A728-FB59-8B815C04B93F}"/>
          </ac:spMkLst>
        </pc:spChg>
        <pc:spChg chg="add mod ord">
          <ac:chgData name="JY J" userId="9b3c7142ec981d42" providerId="LiveId" clId="{76C9870D-5849-42B8-8854-4BEA38412540}" dt="2026-03-09T02:14:50.786" v="2233" actId="2085"/>
          <ac:spMkLst>
            <pc:docMk/>
            <pc:sldMk cId="0" sldId="259"/>
            <ac:spMk id="14" creationId="{27CCF97A-7362-C938-F178-A689F1AF7C28}"/>
          </ac:spMkLst>
        </pc:spChg>
        <pc:spChg chg="mod">
          <ac:chgData name="JY J" userId="9b3c7142ec981d42" providerId="LiveId" clId="{76C9870D-5849-42B8-8854-4BEA38412540}" dt="2026-03-05T09:19:58.472" v="840" actId="1035"/>
          <ac:spMkLst>
            <pc:docMk/>
            <pc:sldMk cId="0" sldId="259"/>
            <ac:spMk id="19" creationId="{00000000-0000-0000-0000-000000000000}"/>
          </ac:spMkLst>
        </pc:spChg>
        <pc:spChg chg="mod">
          <ac:chgData name="JY J" userId="9b3c7142ec981d42" providerId="LiveId" clId="{76C9870D-5849-42B8-8854-4BEA38412540}" dt="2026-03-05T09:19:58.472" v="840" actId="1035"/>
          <ac:spMkLst>
            <pc:docMk/>
            <pc:sldMk cId="0" sldId="259"/>
            <ac:spMk id="20" creationId="{00000000-0000-0000-0000-000000000000}"/>
          </ac:spMkLst>
        </pc:spChg>
        <pc:spChg chg="mod">
          <ac:chgData name="JY J" userId="9b3c7142ec981d42" providerId="LiveId" clId="{76C9870D-5849-42B8-8854-4BEA38412540}" dt="2026-03-05T09:19:58.472" v="840" actId="1035"/>
          <ac:spMkLst>
            <pc:docMk/>
            <pc:sldMk cId="0" sldId="259"/>
            <ac:spMk id="21" creationId="{00000000-0000-0000-0000-000000000000}"/>
          </ac:spMkLst>
        </pc:spChg>
        <pc:spChg chg="mod">
          <ac:chgData name="JY J" userId="9b3c7142ec981d42" providerId="LiveId" clId="{76C9870D-5849-42B8-8854-4BEA38412540}" dt="2026-03-05T09:19:31.639" v="831" actId="14100"/>
          <ac:spMkLst>
            <pc:docMk/>
            <pc:sldMk cId="0" sldId="259"/>
            <ac:spMk id="24" creationId="{00000000-0000-0000-0000-000000000000}"/>
          </ac:spMkLst>
        </pc:spChg>
        <pc:spChg chg="mod">
          <ac:chgData name="JY J" userId="9b3c7142ec981d42" providerId="LiveId" clId="{76C9870D-5849-42B8-8854-4BEA38412540}" dt="2026-03-05T09:19:58.472" v="840" actId="1035"/>
          <ac:spMkLst>
            <pc:docMk/>
            <pc:sldMk cId="0" sldId="259"/>
            <ac:spMk id="27" creationId="{00000000-0000-0000-0000-000000000000}"/>
          </ac:spMkLst>
        </pc:spChg>
        <pc:spChg chg="mod">
          <ac:chgData name="JY J" userId="9b3c7142ec981d42" providerId="LiveId" clId="{76C9870D-5849-42B8-8854-4BEA38412540}" dt="2026-03-05T09:17:08.448" v="792" actId="21"/>
          <ac:spMkLst>
            <pc:docMk/>
            <pc:sldMk cId="0" sldId="259"/>
            <ac:spMk id="30" creationId="{00000000-0000-0000-0000-000000000000}"/>
          </ac:spMkLst>
        </pc:spChg>
        <pc:spChg chg="mod">
          <ac:chgData name="JY J" userId="9b3c7142ec981d42" providerId="LiveId" clId="{76C9870D-5849-42B8-8854-4BEA38412540}" dt="2026-03-05T09:19:58.472" v="840" actId="1035"/>
          <ac:spMkLst>
            <pc:docMk/>
            <pc:sldMk cId="0" sldId="259"/>
            <ac:spMk id="33" creationId="{00000000-0000-0000-0000-000000000000}"/>
          </ac:spMkLst>
        </pc:spChg>
        <pc:spChg chg="mod">
          <ac:chgData name="JY J" userId="9b3c7142ec981d42" providerId="LiveId" clId="{76C9870D-5849-42B8-8854-4BEA38412540}" dt="2026-03-05T09:19:58.472" v="840" actId="1035"/>
          <ac:spMkLst>
            <pc:docMk/>
            <pc:sldMk cId="0" sldId="259"/>
            <ac:spMk id="36" creationId="{00000000-0000-0000-0000-000000000000}"/>
          </ac:spMkLst>
        </pc:spChg>
        <pc:spChg chg="mod">
          <ac:chgData name="JY J" userId="9b3c7142ec981d42" providerId="LiveId" clId="{76C9870D-5849-42B8-8854-4BEA38412540}" dt="2026-03-05T09:19:58.472" v="840" actId="1035"/>
          <ac:spMkLst>
            <pc:docMk/>
            <pc:sldMk cId="0" sldId="259"/>
            <ac:spMk id="39" creationId="{00000000-0000-0000-0000-000000000000}"/>
          </ac:spMkLst>
        </pc:spChg>
        <pc:spChg chg="mod">
          <ac:chgData name="JY J" userId="9b3c7142ec981d42" providerId="LiveId" clId="{76C9870D-5849-42B8-8854-4BEA38412540}" dt="2026-03-05T09:20:02.719" v="841" actId="14100"/>
          <ac:spMkLst>
            <pc:docMk/>
            <pc:sldMk cId="0" sldId="259"/>
            <ac:spMk id="40" creationId="{00000000-0000-0000-0000-000000000000}"/>
          </ac:spMkLst>
        </pc:spChg>
        <pc:spChg chg="mod">
          <ac:chgData name="JY J" userId="9b3c7142ec981d42" providerId="LiveId" clId="{76C9870D-5849-42B8-8854-4BEA38412540}" dt="2026-03-05T09:19:51.753" v="836" actId="1076"/>
          <ac:spMkLst>
            <pc:docMk/>
            <pc:sldMk cId="0" sldId="259"/>
            <ac:spMk id="41" creationId="{00000000-0000-0000-0000-000000000000}"/>
          </ac:spMkLst>
        </pc:spChg>
        <pc:spChg chg="mod">
          <ac:chgData name="JY J" userId="9b3c7142ec981d42" providerId="LiveId" clId="{76C9870D-5849-42B8-8854-4BEA38412540}" dt="2026-03-05T09:19:58.472" v="840" actId="1035"/>
          <ac:spMkLst>
            <pc:docMk/>
            <pc:sldMk cId="0" sldId="259"/>
            <ac:spMk id="42" creationId="{00000000-0000-0000-0000-000000000000}"/>
          </ac:spMkLst>
        </pc:spChg>
        <pc:spChg chg="mod">
          <ac:chgData name="JY J" userId="9b3c7142ec981d42" providerId="LiveId" clId="{76C9870D-5849-42B8-8854-4BEA38412540}" dt="2026-03-05T09:20:07.751" v="843" actId="1076"/>
          <ac:spMkLst>
            <pc:docMk/>
            <pc:sldMk cId="0" sldId="259"/>
            <ac:spMk id="45" creationId="{00000000-0000-0000-0000-000000000000}"/>
          </ac:spMkLst>
        </pc:spChg>
        <pc:spChg chg="mod">
          <ac:chgData name="JY J" userId="9b3c7142ec981d42" providerId="LiveId" clId="{76C9870D-5849-42B8-8854-4BEA38412540}" dt="2026-03-09T02:07:39.761" v="1853" actId="14100"/>
          <ac:spMkLst>
            <pc:docMk/>
            <pc:sldMk cId="0" sldId="259"/>
            <ac:spMk id="72" creationId="{00000000-0000-0000-0000-000000000000}"/>
          </ac:spMkLst>
        </pc:spChg>
        <pc:spChg chg="mod">
          <ac:chgData name="JY J" userId="9b3c7142ec981d42" providerId="LiveId" clId="{76C9870D-5849-42B8-8854-4BEA38412540}" dt="2026-03-09T02:07:26.762" v="1851" actId="1036"/>
          <ac:spMkLst>
            <pc:docMk/>
            <pc:sldMk cId="0" sldId="259"/>
            <ac:spMk id="73" creationId="{00000000-0000-0000-0000-000000000000}"/>
          </ac:spMkLst>
        </pc:spChg>
        <pc:spChg chg="mod">
          <ac:chgData name="JY J" userId="9b3c7142ec981d42" providerId="LiveId" clId="{76C9870D-5849-42B8-8854-4BEA38412540}" dt="2026-03-09T02:15:17.577" v="2235" actId="207"/>
          <ac:spMkLst>
            <pc:docMk/>
            <pc:sldMk cId="0" sldId="259"/>
            <ac:spMk id="74" creationId="{00000000-0000-0000-0000-000000000000}"/>
          </ac:spMkLst>
        </pc:spChg>
        <pc:spChg chg="mod">
          <ac:chgData name="JY J" userId="9b3c7142ec981d42" providerId="LiveId" clId="{76C9870D-5849-42B8-8854-4BEA38412540}" dt="2026-03-09T02:15:17.577" v="2235" actId="207"/>
          <ac:spMkLst>
            <pc:docMk/>
            <pc:sldMk cId="0" sldId="259"/>
            <ac:spMk id="75" creationId="{00000000-0000-0000-0000-000000000000}"/>
          </ac:spMkLst>
        </pc:spChg>
        <pc:spChg chg="mod">
          <ac:chgData name="JY J" userId="9b3c7142ec981d42" providerId="LiveId" clId="{76C9870D-5849-42B8-8854-4BEA38412540}" dt="2026-03-09T02:07:48.205" v="1872" actId="14100"/>
          <ac:spMkLst>
            <pc:docMk/>
            <pc:sldMk cId="0" sldId="259"/>
            <ac:spMk id="77" creationId="{00000000-0000-0000-0000-000000000000}"/>
          </ac:spMkLst>
        </pc:spChg>
        <pc:spChg chg="mod">
          <ac:chgData name="JY J" userId="9b3c7142ec981d42" providerId="LiveId" clId="{76C9870D-5849-42B8-8854-4BEA38412540}" dt="2026-03-09T02:07:26.762" v="1851" actId="1036"/>
          <ac:spMkLst>
            <pc:docMk/>
            <pc:sldMk cId="0" sldId="259"/>
            <ac:spMk id="78" creationId="{00000000-0000-0000-0000-000000000000}"/>
          </ac:spMkLst>
        </pc:spChg>
        <pc:spChg chg="mod">
          <ac:chgData name="JY J" userId="9b3c7142ec981d42" providerId="LiveId" clId="{76C9870D-5849-42B8-8854-4BEA38412540}" dt="2026-03-09T02:15:17.577" v="2235" actId="207"/>
          <ac:spMkLst>
            <pc:docMk/>
            <pc:sldMk cId="0" sldId="259"/>
            <ac:spMk id="79" creationId="{00000000-0000-0000-0000-000000000000}"/>
          </ac:spMkLst>
        </pc:spChg>
        <pc:spChg chg="mod">
          <ac:chgData name="JY J" userId="9b3c7142ec981d42" providerId="LiveId" clId="{76C9870D-5849-42B8-8854-4BEA38412540}" dt="2026-03-09T02:15:17.577" v="2235" actId="207"/>
          <ac:spMkLst>
            <pc:docMk/>
            <pc:sldMk cId="0" sldId="259"/>
            <ac:spMk id="80" creationId="{00000000-0000-0000-0000-000000000000}"/>
          </ac:spMkLst>
        </pc:spChg>
        <pc:spChg chg="mod">
          <ac:chgData name="JY J" userId="9b3c7142ec981d42" providerId="LiveId" clId="{76C9870D-5849-42B8-8854-4BEA38412540}" dt="2026-03-09T02:15:17.577" v="2235" actId="207"/>
          <ac:spMkLst>
            <pc:docMk/>
            <pc:sldMk cId="0" sldId="259"/>
            <ac:spMk id="81" creationId="{00000000-0000-0000-0000-000000000000}"/>
          </ac:spMkLst>
        </pc:spChg>
        <pc:spChg chg="mod">
          <ac:chgData name="JY J" userId="9b3c7142ec981d42" providerId="LiveId" clId="{76C9870D-5849-42B8-8854-4BEA38412540}" dt="2026-03-09T02:16:19.815" v="2239" actId="403"/>
          <ac:spMkLst>
            <pc:docMk/>
            <pc:sldMk cId="0" sldId="259"/>
            <ac:spMk id="82" creationId="{00000000-0000-0000-0000-000000000000}"/>
          </ac:spMkLst>
        </pc:spChg>
        <pc:spChg chg="add mod">
          <ac:chgData name="JY J" userId="9b3c7142ec981d42" providerId="LiveId" clId="{76C9870D-5849-42B8-8854-4BEA38412540}" dt="2026-03-09T02:17:53.411" v="2242" actId="207"/>
          <ac:spMkLst>
            <pc:docMk/>
            <pc:sldMk cId="0" sldId="259"/>
            <ac:spMk id="83" creationId="{9F25EE08-504E-385C-CEE5-E25BFA558942}"/>
          </ac:spMkLst>
        </pc:spChg>
        <pc:spChg chg="add mod">
          <ac:chgData name="JY J" userId="9b3c7142ec981d42" providerId="LiveId" clId="{76C9870D-5849-42B8-8854-4BEA38412540}" dt="2026-03-05T09:15:04.115" v="765"/>
          <ac:spMkLst>
            <pc:docMk/>
            <pc:sldMk cId="0" sldId="259"/>
            <ac:spMk id="85" creationId="{FE2CD3C8-F5D8-26DC-167E-6170F38F26C9}"/>
          </ac:spMkLst>
        </pc:spChg>
        <pc:spChg chg="add mod">
          <ac:chgData name="JY J" userId="9b3c7142ec981d42" providerId="LiveId" clId="{76C9870D-5849-42B8-8854-4BEA38412540}" dt="2026-03-05T09:15:23.546" v="776" actId="20577"/>
          <ac:spMkLst>
            <pc:docMk/>
            <pc:sldMk cId="0" sldId="259"/>
            <ac:spMk id="86" creationId="{146F6231-14C0-52E9-4AF1-C2203C68C876}"/>
          </ac:spMkLst>
        </pc:spChg>
        <pc:spChg chg="add mod">
          <ac:chgData name="JY J" userId="9b3c7142ec981d42" providerId="LiveId" clId="{76C9870D-5849-42B8-8854-4BEA38412540}" dt="2026-03-05T09:15:04.115" v="765"/>
          <ac:spMkLst>
            <pc:docMk/>
            <pc:sldMk cId="0" sldId="259"/>
            <ac:spMk id="87" creationId="{7DA38367-B8C4-A3C7-64E5-F22D16B0955D}"/>
          </ac:spMkLst>
        </pc:spChg>
        <pc:spChg chg="add mod">
          <ac:chgData name="JY J" userId="9b3c7142ec981d42" providerId="LiveId" clId="{76C9870D-5849-42B8-8854-4BEA38412540}" dt="2026-03-05T09:15:04.115" v="765"/>
          <ac:spMkLst>
            <pc:docMk/>
            <pc:sldMk cId="0" sldId="259"/>
            <ac:spMk id="88" creationId="{C7E843D3-42CD-CE98-0A8E-319BAF897719}"/>
          </ac:spMkLst>
        </pc:spChg>
        <pc:spChg chg="add mod">
          <ac:chgData name="JY J" userId="9b3c7142ec981d42" providerId="LiveId" clId="{76C9870D-5849-42B8-8854-4BEA38412540}" dt="2026-03-05T09:15:04.115" v="765"/>
          <ac:spMkLst>
            <pc:docMk/>
            <pc:sldMk cId="0" sldId="259"/>
            <ac:spMk id="90" creationId="{86727400-53B1-332C-7740-64027E8903D8}"/>
          </ac:spMkLst>
        </pc:spChg>
        <pc:spChg chg="add mod">
          <ac:chgData name="JY J" userId="9b3c7142ec981d42" providerId="LiveId" clId="{76C9870D-5849-42B8-8854-4BEA38412540}" dt="2026-03-05T09:15:04.115" v="765"/>
          <ac:spMkLst>
            <pc:docMk/>
            <pc:sldMk cId="0" sldId="259"/>
            <ac:spMk id="91" creationId="{C809F3CD-641D-BDD7-1932-5FA0680B9E15}"/>
          </ac:spMkLst>
        </pc:spChg>
        <pc:spChg chg="add mod">
          <ac:chgData name="JY J" userId="9b3c7142ec981d42" providerId="LiveId" clId="{76C9870D-5849-42B8-8854-4BEA38412540}" dt="2026-03-05T09:15:04.115" v="765"/>
          <ac:spMkLst>
            <pc:docMk/>
            <pc:sldMk cId="0" sldId="259"/>
            <ac:spMk id="92" creationId="{26383DFD-E33A-EEE1-0720-C08AF4EA6F45}"/>
          </ac:spMkLst>
        </pc:spChg>
        <pc:spChg chg="add mod">
          <ac:chgData name="JY J" userId="9b3c7142ec981d42" providerId="LiveId" clId="{76C9870D-5849-42B8-8854-4BEA38412540}" dt="2026-03-09T02:06:40.276" v="1836" actId="207"/>
          <ac:spMkLst>
            <pc:docMk/>
            <pc:sldMk cId="0" sldId="259"/>
            <ac:spMk id="93" creationId="{2D59CF1C-F724-1A45-5A5D-008D4385F828}"/>
          </ac:spMkLst>
        </pc:spChg>
        <pc:spChg chg="add mod">
          <ac:chgData name="JY J" userId="9b3c7142ec981d42" providerId="LiveId" clId="{76C9870D-5849-42B8-8854-4BEA38412540}" dt="2026-03-09T02:07:58.407" v="1880" actId="1036"/>
          <ac:spMkLst>
            <pc:docMk/>
            <pc:sldMk cId="0" sldId="259"/>
            <ac:spMk id="95" creationId="{87A499D2-504B-52CC-04CD-6CBB79279EF2}"/>
          </ac:spMkLst>
        </pc:spChg>
        <pc:graphicFrameChg chg="add mod modGraphic">
          <ac:chgData name="JY J" userId="9b3c7142ec981d42" providerId="LiveId" clId="{76C9870D-5849-42B8-8854-4BEA38412540}" dt="2026-03-09T02:16:41.488" v="2240" actId="255"/>
          <ac:graphicFrameMkLst>
            <pc:docMk/>
            <pc:sldMk cId="0" sldId="259"/>
            <ac:graphicFrameMk id="10" creationId="{04859465-60FB-7EAD-4A10-CFFE7C8EC60C}"/>
          </ac:graphicFrameMkLst>
        </pc:graphicFrameChg>
        <pc:picChg chg="add mod ord">
          <ac:chgData name="JY J" userId="9b3c7142ec981d42" providerId="LiveId" clId="{76C9870D-5849-42B8-8854-4BEA38412540}" dt="2026-03-09T02:12:18.140" v="2123" actId="167"/>
          <ac:picMkLst>
            <pc:docMk/>
            <pc:sldMk cId="0" sldId="259"/>
            <ac:picMk id="12" creationId="{BF4DAA27-D2F9-D311-6F00-047D2EA5B0BC}"/>
          </ac:picMkLst>
        </pc:picChg>
        <pc:picChg chg="add mod ord">
          <ac:chgData name="JY J" userId="9b3c7142ec981d42" providerId="LiveId" clId="{76C9870D-5849-42B8-8854-4BEA38412540}" dt="2026-03-09T02:12:18.140" v="2123" actId="167"/>
          <ac:picMkLst>
            <pc:docMk/>
            <pc:sldMk cId="0" sldId="259"/>
            <ac:picMk id="13" creationId="{EE3F5F7F-DFD9-5019-1903-FBEF72EEF8D2}"/>
          </ac:picMkLst>
        </pc:picChg>
      </pc:sldChg>
      <pc:sldChg chg="addSp modSp">
        <pc:chgData name="JY J" userId="9b3c7142ec981d42" providerId="LiveId" clId="{76C9870D-5849-42B8-8854-4BEA38412540}" dt="2026-03-09T02:08:55.583" v="1881"/>
        <pc:sldMkLst>
          <pc:docMk/>
          <pc:sldMk cId="3188345070" sldId="267"/>
        </pc:sldMkLst>
        <pc:spChg chg="add mod">
          <ac:chgData name="JY J" userId="9b3c7142ec981d42" providerId="LiveId" clId="{76C9870D-5849-42B8-8854-4BEA38412540}" dt="2026-03-09T02:08:55.583" v="1881"/>
          <ac:spMkLst>
            <pc:docMk/>
            <pc:sldMk cId="3188345070" sldId="267"/>
            <ac:spMk id="2" creationId="{B82F4B09-2DD3-6679-AA5F-D36307AEC2A2}"/>
          </ac:spMkLst>
        </pc:spChg>
        <pc:picChg chg="add mod">
          <ac:chgData name="JY J" userId="9b3c7142ec981d42" providerId="LiveId" clId="{76C9870D-5849-42B8-8854-4BEA38412540}" dt="2026-03-09T02:08:55.583" v="1881"/>
          <ac:picMkLst>
            <pc:docMk/>
            <pc:sldMk cId="3188345070" sldId="267"/>
            <ac:picMk id="3" creationId="{00BBA473-2555-6613-E445-BBB191B68541}"/>
          </ac:picMkLst>
        </pc:picChg>
        <pc:picChg chg="add mod">
          <ac:chgData name="JY J" userId="9b3c7142ec981d42" providerId="LiveId" clId="{76C9870D-5849-42B8-8854-4BEA38412540}" dt="2026-03-09T02:08:55.583" v="1881"/>
          <ac:picMkLst>
            <pc:docMk/>
            <pc:sldMk cId="3188345070" sldId="267"/>
            <ac:picMk id="4" creationId="{DCD8C400-2C67-4ACF-26D3-4913F385A41A}"/>
          </ac:picMkLst>
        </pc:picChg>
      </pc:sldChg>
      <pc:sldChg chg="addSp delSp modSp mod setBg modNotesTx">
        <pc:chgData name="JY J" userId="9b3c7142ec981d42" providerId="LiveId" clId="{76C9870D-5849-42B8-8854-4BEA38412540}" dt="2026-03-09T02:19:20.050" v="2281" actId="1035"/>
        <pc:sldMkLst>
          <pc:docMk/>
          <pc:sldMk cId="0" sldId="277"/>
        </pc:sldMkLst>
        <pc:spChg chg="mod ord">
          <ac:chgData name="JY J" userId="9b3c7142ec981d42" providerId="LiveId" clId="{76C9870D-5849-42B8-8854-4BEA38412540}" dt="2026-03-09T02:14:43.719" v="2232" actId="2085"/>
          <ac:spMkLst>
            <pc:docMk/>
            <pc:sldMk cId="0" sldId="277"/>
            <ac:spMk id="2" creationId="{00000000-0000-0000-0000-000000000000}"/>
          </ac:spMkLst>
        </pc:spChg>
        <pc:spChg chg="mod">
          <ac:chgData name="JY J" userId="9b3c7142ec981d42" providerId="LiveId" clId="{76C9870D-5849-42B8-8854-4BEA38412540}" dt="2026-03-09T02:12:43.226" v="2125" actId="14100"/>
          <ac:spMkLst>
            <pc:docMk/>
            <pc:sldMk cId="0" sldId="277"/>
            <ac:spMk id="3" creationId="{00000000-0000-0000-0000-000000000000}"/>
          </ac:spMkLst>
        </pc:spChg>
        <pc:spChg chg="mod">
          <ac:chgData name="JY J" userId="9b3c7142ec981d42" providerId="LiveId" clId="{76C9870D-5849-42B8-8854-4BEA38412540}" dt="2026-03-09T02:14:22.364" v="2231" actId="207"/>
          <ac:spMkLst>
            <pc:docMk/>
            <pc:sldMk cId="0" sldId="277"/>
            <ac:spMk id="7" creationId="{00000000-0000-0000-0000-000000000000}"/>
          </ac:spMkLst>
        </pc:spChg>
        <pc:spChg chg="add mod">
          <ac:chgData name="JY J" userId="9b3c7142ec981d42" providerId="LiveId" clId="{76C9870D-5849-42B8-8854-4BEA38412540}" dt="2026-03-09T02:18:59.845" v="2262" actId="1036"/>
          <ac:spMkLst>
            <pc:docMk/>
            <pc:sldMk cId="0" sldId="277"/>
            <ac:spMk id="9" creationId="{7CCE3A10-6AED-F296-5C58-F7A8859C9262}"/>
          </ac:spMkLst>
        </pc:spChg>
        <pc:spChg chg="add mod ord">
          <ac:chgData name="JY J" userId="9b3c7142ec981d42" providerId="LiveId" clId="{76C9870D-5849-42B8-8854-4BEA38412540}" dt="2026-03-09T02:19:20.050" v="2281" actId="1035"/>
          <ac:spMkLst>
            <pc:docMk/>
            <pc:sldMk cId="0" sldId="277"/>
            <ac:spMk id="12" creationId="{5E3E797D-8860-6470-9ACF-8B2D3DD5A599}"/>
          </ac:spMkLst>
        </pc:spChg>
        <pc:spChg chg="mod">
          <ac:chgData name="JY J" userId="9b3c7142ec981d42" providerId="LiveId" clId="{76C9870D-5849-42B8-8854-4BEA38412540}" dt="2026-03-05T08:47:57.321" v="256" actId="1035"/>
          <ac:spMkLst>
            <pc:docMk/>
            <pc:sldMk cId="0" sldId="277"/>
            <ac:spMk id="16" creationId="{00000000-0000-0000-0000-000000000000}"/>
          </ac:spMkLst>
        </pc:spChg>
        <pc:spChg chg="mod">
          <ac:chgData name="JY J" userId="9b3c7142ec981d42" providerId="LiveId" clId="{76C9870D-5849-42B8-8854-4BEA38412540}" dt="2026-03-05T09:06:53.126" v="574" actId="20577"/>
          <ac:spMkLst>
            <pc:docMk/>
            <pc:sldMk cId="0" sldId="277"/>
            <ac:spMk id="17" creationId="{00000000-0000-0000-0000-000000000000}"/>
          </ac:spMkLst>
        </pc:spChg>
        <pc:spChg chg="mod">
          <ac:chgData name="JY J" userId="9b3c7142ec981d42" providerId="LiveId" clId="{76C9870D-5849-42B8-8854-4BEA38412540}" dt="2026-03-09T02:17:48.361" v="2241" actId="207"/>
          <ac:spMkLst>
            <pc:docMk/>
            <pc:sldMk cId="0" sldId="277"/>
            <ac:spMk id="18" creationId="{00000000-0000-0000-0000-000000000000}"/>
          </ac:spMkLst>
        </pc:spChg>
        <pc:spChg chg="mod">
          <ac:chgData name="JY J" userId="9b3c7142ec981d42" providerId="LiveId" clId="{76C9870D-5849-42B8-8854-4BEA38412540}" dt="2026-03-05T09:06:28.741" v="552" actId="1038"/>
          <ac:spMkLst>
            <pc:docMk/>
            <pc:sldMk cId="0" sldId="277"/>
            <ac:spMk id="19" creationId="{00000000-0000-0000-0000-000000000000}"/>
          </ac:spMkLst>
        </pc:spChg>
        <pc:spChg chg="mod">
          <ac:chgData name="JY J" userId="9b3c7142ec981d42" providerId="LiveId" clId="{76C9870D-5849-42B8-8854-4BEA38412540}" dt="2026-03-05T09:06:28.741" v="552" actId="1038"/>
          <ac:spMkLst>
            <pc:docMk/>
            <pc:sldMk cId="0" sldId="277"/>
            <ac:spMk id="20" creationId="{00000000-0000-0000-0000-000000000000}"/>
          </ac:spMkLst>
        </pc:spChg>
        <pc:spChg chg="mod">
          <ac:chgData name="JY J" userId="9b3c7142ec981d42" providerId="LiveId" clId="{76C9870D-5849-42B8-8854-4BEA38412540}" dt="2026-03-05T09:06:28.741" v="552" actId="1038"/>
          <ac:spMkLst>
            <pc:docMk/>
            <pc:sldMk cId="0" sldId="277"/>
            <ac:spMk id="21" creationId="{00000000-0000-0000-0000-000000000000}"/>
          </ac:spMkLst>
        </pc:spChg>
        <pc:spChg chg="mod">
          <ac:chgData name="JY J" userId="9b3c7142ec981d42" providerId="LiveId" clId="{76C9870D-5849-42B8-8854-4BEA38412540}" dt="2026-03-05T08:46:57.931" v="212" actId="1036"/>
          <ac:spMkLst>
            <pc:docMk/>
            <pc:sldMk cId="0" sldId="277"/>
            <ac:spMk id="22" creationId="{00000000-0000-0000-0000-000000000000}"/>
          </ac:spMkLst>
        </pc:spChg>
        <pc:spChg chg="mod">
          <ac:chgData name="JY J" userId="9b3c7142ec981d42" providerId="LiveId" clId="{76C9870D-5849-42B8-8854-4BEA38412540}" dt="2026-03-05T08:47:57.321" v="256" actId="1035"/>
          <ac:spMkLst>
            <pc:docMk/>
            <pc:sldMk cId="0" sldId="277"/>
            <ac:spMk id="23" creationId="{00000000-0000-0000-0000-000000000000}"/>
          </ac:spMkLst>
        </pc:spChg>
        <pc:spChg chg="mod">
          <ac:chgData name="JY J" userId="9b3c7142ec981d42" providerId="LiveId" clId="{76C9870D-5849-42B8-8854-4BEA38412540}" dt="2026-03-05T08:47:57.321" v="256" actId="1035"/>
          <ac:spMkLst>
            <pc:docMk/>
            <pc:sldMk cId="0" sldId="277"/>
            <ac:spMk id="24" creationId="{00000000-0000-0000-0000-000000000000}"/>
          </ac:spMkLst>
        </pc:spChg>
        <pc:spChg chg="mod">
          <ac:chgData name="JY J" userId="9b3c7142ec981d42" providerId="LiveId" clId="{76C9870D-5849-42B8-8854-4BEA38412540}" dt="2026-03-05T09:12:58.651" v="754" actId="14100"/>
          <ac:spMkLst>
            <pc:docMk/>
            <pc:sldMk cId="0" sldId="277"/>
            <ac:spMk id="27" creationId="{00000000-0000-0000-0000-000000000000}"/>
          </ac:spMkLst>
        </pc:spChg>
        <pc:spChg chg="mod">
          <ac:chgData name="JY J" userId="9b3c7142ec981d42" providerId="LiveId" clId="{76C9870D-5849-42B8-8854-4BEA38412540}" dt="2026-03-05T08:46:57.931" v="212" actId="1036"/>
          <ac:spMkLst>
            <pc:docMk/>
            <pc:sldMk cId="0" sldId="277"/>
            <ac:spMk id="30" creationId="{00000000-0000-0000-0000-000000000000}"/>
          </ac:spMkLst>
        </pc:spChg>
        <pc:spChg chg="mod">
          <ac:chgData name="JY J" userId="9b3c7142ec981d42" providerId="LiveId" clId="{76C9870D-5849-42B8-8854-4BEA38412540}" dt="2026-03-05T08:46:57.931" v="212" actId="1036"/>
          <ac:spMkLst>
            <pc:docMk/>
            <pc:sldMk cId="0" sldId="277"/>
            <ac:spMk id="33" creationId="{00000000-0000-0000-0000-000000000000}"/>
          </ac:spMkLst>
        </pc:spChg>
        <pc:spChg chg="mod">
          <ac:chgData name="JY J" userId="9b3c7142ec981d42" providerId="LiveId" clId="{76C9870D-5849-42B8-8854-4BEA38412540}" dt="2026-03-05T08:47:57.321" v="256" actId="1035"/>
          <ac:spMkLst>
            <pc:docMk/>
            <pc:sldMk cId="0" sldId="277"/>
            <ac:spMk id="36" creationId="{00000000-0000-0000-0000-000000000000}"/>
          </ac:spMkLst>
        </pc:spChg>
        <pc:spChg chg="mod">
          <ac:chgData name="JY J" userId="9b3c7142ec981d42" providerId="LiveId" clId="{76C9870D-5849-42B8-8854-4BEA38412540}" dt="2026-03-05T08:51:27.174" v="349" actId="1076"/>
          <ac:spMkLst>
            <pc:docMk/>
            <pc:sldMk cId="0" sldId="277"/>
            <ac:spMk id="39" creationId="{00000000-0000-0000-0000-000000000000}"/>
          </ac:spMkLst>
        </pc:spChg>
        <pc:spChg chg="mod">
          <ac:chgData name="JY J" userId="9b3c7142ec981d42" providerId="LiveId" clId="{76C9870D-5849-42B8-8854-4BEA38412540}" dt="2026-03-05T08:51:36.516" v="351" actId="14100"/>
          <ac:spMkLst>
            <pc:docMk/>
            <pc:sldMk cId="0" sldId="277"/>
            <ac:spMk id="43" creationId="{00000000-0000-0000-0000-000000000000}"/>
          </ac:spMkLst>
        </pc:spChg>
        <pc:spChg chg="mod">
          <ac:chgData name="JY J" userId="9b3c7142ec981d42" providerId="LiveId" clId="{76C9870D-5849-42B8-8854-4BEA38412540}" dt="2026-03-05T08:51:27.174" v="349" actId="1076"/>
          <ac:spMkLst>
            <pc:docMk/>
            <pc:sldMk cId="0" sldId="277"/>
            <ac:spMk id="44" creationId="{00000000-0000-0000-0000-000000000000}"/>
          </ac:spMkLst>
        </pc:spChg>
        <pc:spChg chg="mod">
          <ac:chgData name="JY J" userId="9b3c7142ec981d42" providerId="LiveId" clId="{76C9870D-5849-42B8-8854-4BEA38412540}" dt="2026-03-05T08:51:27.174" v="349" actId="1076"/>
          <ac:spMkLst>
            <pc:docMk/>
            <pc:sldMk cId="0" sldId="277"/>
            <ac:spMk id="45" creationId="{00000000-0000-0000-0000-000000000000}"/>
          </ac:spMkLst>
        </pc:spChg>
        <pc:spChg chg="mod">
          <ac:chgData name="JY J" userId="9b3c7142ec981d42" providerId="LiveId" clId="{76C9870D-5849-42B8-8854-4BEA38412540}" dt="2026-03-05T09:13:02.701" v="755" actId="14100"/>
          <ac:spMkLst>
            <pc:docMk/>
            <pc:sldMk cId="0" sldId="277"/>
            <ac:spMk id="48" creationId="{00000000-0000-0000-0000-000000000000}"/>
          </ac:spMkLst>
        </pc:spChg>
        <pc:spChg chg="mod">
          <ac:chgData name="JY J" userId="9b3c7142ec981d42" providerId="LiveId" clId="{76C9870D-5849-42B8-8854-4BEA38412540}" dt="2026-03-05T08:51:27.174" v="349" actId="1076"/>
          <ac:spMkLst>
            <pc:docMk/>
            <pc:sldMk cId="0" sldId="277"/>
            <ac:spMk id="51" creationId="{00000000-0000-0000-0000-000000000000}"/>
          </ac:spMkLst>
        </pc:spChg>
        <pc:spChg chg="mod">
          <ac:chgData name="JY J" userId="9b3c7142ec981d42" providerId="LiveId" clId="{76C9870D-5849-42B8-8854-4BEA38412540}" dt="2026-03-05T08:51:27.174" v="349" actId="1076"/>
          <ac:spMkLst>
            <pc:docMk/>
            <pc:sldMk cId="0" sldId="277"/>
            <ac:spMk id="54" creationId="{00000000-0000-0000-0000-000000000000}"/>
          </ac:spMkLst>
        </pc:spChg>
        <pc:spChg chg="mod">
          <ac:chgData name="JY J" userId="9b3c7142ec981d42" providerId="LiveId" clId="{76C9870D-5849-42B8-8854-4BEA38412540}" dt="2026-03-05T08:48:15.743" v="260" actId="1035"/>
          <ac:spMkLst>
            <pc:docMk/>
            <pc:sldMk cId="0" sldId="277"/>
            <ac:spMk id="60" creationId="{00000000-0000-0000-0000-000000000000}"/>
          </ac:spMkLst>
        </pc:spChg>
        <pc:spChg chg="mod">
          <ac:chgData name="JY J" userId="9b3c7142ec981d42" providerId="LiveId" clId="{76C9870D-5849-42B8-8854-4BEA38412540}" dt="2026-03-05T08:45:57.024" v="162" actId="1076"/>
          <ac:spMkLst>
            <pc:docMk/>
            <pc:sldMk cId="0" sldId="277"/>
            <ac:spMk id="63" creationId="{00000000-0000-0000-0000-000000000000}"/>
          </ac:spMkLst>
        </pc:spChg>
        <pc:spChg chg="mod">
          <ac:chgData name="JY J" userId="9b3c7142ec981d42" providerId="LiveId" clId="{76C9870D-5849-42B8-8854-4BEA38412540}" dt="2026-03-05T08:51:42.803" v="352" actId="14100"/>
          <ac:spMkLst>
            <pc:docMk/>
            <pc:sldMk cId="0" sldId="277"/>
            <ac:spMk id="64" creationId="{00000000-0000-0000-0000-000000000000}"/>
          </ac:spMkLst>
        </pc:spChg>
        <pc:spChg chg="mod">
          <ac:chgData name="JY J" userId="9b3c7142ec981d42" providerId="LiveId" clId="{76C9870D-5849-42B8-8854-4BEA38412540}" dt="2026-03-05T08:52:06.255" v="357"/>
          <ac:spMkLst>
            <pc:docMk/>
            <pc:sldMk cId="0" sldId="277"/>
            <ac:spMk id="65" creationId="{00000000-0000-0000-0000-000000000000}"/>
          </ac:spMkLst>
        </pc:spChg>
        <pc:spChg chg="mod">
          <ac:chgData name="JY J" userId="9b3c7142ec981d42" providerId="LiveId" clId="{76C9870D-5849-42B8-8854-4BEA38412540}" dt="2026-03-05T08:51:32.035" v="350" actId="1076"/>
          <ac:spMkLst>
            <pc:docMk/>
            <pc:sldMk cId="0" sldId="277"/>
            <ac:spMk id="66" creationId="{00000000-0000-0000-0000-000000000000}"/>
          </ac:spMkLst>
        </pc:spChg>
        <pc:spChg chg="mod">
          <ac:chgData name="JY J" userId="9b3c7142ec981d42" providerId="LiveId" clId="{76C9870D-5849-42B8-8854-4BEA38412540}" dt="2026-03-05T08:51:32.035" v="350" actId="1076"/>
          <ac:spMkLst>
            <pc:docMk/>
            <pc:sldMk cId="0" sldId="277"/>
            <ac:spMk id="68" creationId="{00000000-0000-0000-0000-000000000000}"/>
          </ac:spMkLst>
        </pc:spChg>
        <pc:spChg chg="mod">
          <ac:chgData name="JY J" userId="9b3c7142ec981d42" providerId="LiveId" clId="{76C9870D-5849-42B8-8854-4BEA38412540}" dt="2026-03-05T08:51:32.035" v="350" actId="1076"/>
          <ac:spMkLst>
            <pc:docMk/>
            <pc:sldMk cId="0" sldId="277"/>
            <ac:spMk id="69" creationId="{00000000-0000-0000-0000-000000000000}"/>
          </ac:spMkLst>
        </pc:spChg>
        <pc:spChg chg="mod">
          <ac:chgData name="JY J" userId="9b3c7142ec981d42" providerId="LiveId" clId="{76C9870D-5849-42B8-8854-4BEA38412540}" dt="2026-03-05T08:51:32.035" v="350" actId="1076"/>
          <ac:spMkLst>
            <pc:docMk/>
            <pc:sldMk cId="0" sldId="277"/>
            <ac:spMk id="71" creationId="{00000000-0000-0000-0000-000000000000}"/>
          </ac:spMkLst>
        </pc:spChg>
        <pc:spChg chg="mod">
          <ac:chgData name="JY J" userId="9b3c7142ec981d42" providerId="LiveId" clId="{76C9870D-5849-42B8-8854-4BEA38412540}" dt="2026-03-05T08:51:32.035" v="350" actId="1076"/>
          <ac:spMkLst>
            <pc:docMk/>
            <pc:sldMk cId="0" sldId="277"/>
            <ac:spMk id="72" creationId="{00000000-0000-0000-0000-000000000000}"/>
          </ac:spMkLst>
        </pc:spChg>
        <pc:spChg chg="mod">
          <ac:chgData name="JY J" userId="9b3c7142ec981d42" providerId="LiveId" clId="{76C9870D-5849-42B8-8854-4BEA38412540}" dt="2026-03-05T08:51:32.035" v="350" actId="1076"/>
          <ac:spMkLst>
            <pc:docMk/>
            <pc:sldMk cId="0" sldId="277"/>
            <ac:spMk id="73" creationId="{00000000-0000-0000-0000-000000000000}"/>
          </ac:spMkLst>
        </pc:spChg>
        <pc:spChg chg="mod">
          <ac:chgData name="JY J" userId="9b3c7142ec981d42" providerId="LiveId" clId="{76C9870D-5849-42B8-8854-4BEA38412540}" dt="2026-03-05T08:51:32.035" v="350" actId="1076"/>
          <ac:spMkLst>
            <pc:docMk/>
            <pc:sldMk cId="0" sldId="277"/>
            <ac:spMk id="74" creationId="{00000000-0000-0000-0000-000000000000}"/>
          </ac:spMkLst>
        </pc:spChg>
        <pc:spChg chg="mod">
          <ac:chgData name="JY J" userId="9b3c7142ec981d42" providerId="LiveId" clId="{76C9870D-5849-42B8-8854-4BEA38412540}" dt="2026-03-05T08:51:48.286" v="356" actId="1036"/>
          <ac:spMkLst>
            <pc:docMk/>
            <pc:sldMk cId="0" sldId="277"/>
            <ac:spMk id="77" creationId="{00000000-0000-0000-0000-000000000000}"/>
          </ac:spMkLst>
        </pc:spChg>
        <pc:spChg chg="mod">
          <ac:chgData name="JY J" userId="9b3c7142ec981d42" providerId="LiveId" clId="{76C9870D-5849-42B8-8854-4BEA38412540}" dt="2026-03-05T08:47:26.063" v="224" actId="14100"/>
          <ac:spMkLst>
            <pc:docMk/>
            <pc:sldMk cId="0" sldId="277"/>
            <ac:spMk id="78" creationId="{00000000-0000-0000-0000-000000000000}"/>
          </ac:spMkLst>
        </pc:spChg>
        <pc:spChg chg="mod">
          <ac:chgData name="JY J" userId="9b3c7142ec981d42" providerId="LiveId" clId="{76C9870D-5849-42B8-8854-4BEA38412540}" dt="2026-03-05T08:48:23.229" v="262" actId="1036"/>
          <ac:spMkLst>
            <pc:docMk/>
            <pc:sldMk cId="0" sldId="277"/>
            <ac:spMk id="79" creationId="{00000000-0000-0000-0000-000000000000}"/>
          </ac:spMkLst>
        </pc:spChg>
        <pc:spChg chg="mod">
          <ac:chgData name="JY J" userId="9b3c7142ec981d42" providerId="LiveId" clId="{76C9870D-5849-42B8-8854-4BEA38412540}" dt="2026-03-09T02:15:08.426" v="2234" actId="207"/>
          <ac:spMkLst>
            <pc:docMk/>
            <pc:sldMk cId="0" sldId="277"/>
            <ac:spMk id="80" creationId="{00000000-0000-0000-0000-000000000000}"/>
          </ac:spMkLst>
        </pc:spChg>
        <pc:spChg chg="mod">
          <ac:chgData name="JY J" userId="9b3c7142ec981d42" providerId="LiveId" clId="{76C9870D-5849-42B8-8854-4BEA38412540}" dt="2026-03-09T02:15:08.426" v="2234" actId="207"/>
          <ac:spMkLst>
            <pc:docMk/>
            <pc:sldMk cId="0" sldId="277"/>
            <ac:spMk id="81" creationId="{00000000-0000-0000-0000-000000000000}"/>
          </ac:spMkLst>
        </pc:spChg>
        <pc:spChg chg="mod">
          <ac:chgData name="JY J" userId="9b3c7142ec981d42" providerId="LiveId" clId="{76C9870D-5849-42B8-8854-4BEA38412540}" dt="2026-03-05T08:48:15.743" v="260" actId="1035"/>
          <ac:spMkLst>
            <pc:docMk/>
            <pc:sldMk cId="0" sldId="277"/>
            <ac:spMk id="83" creationId="{00000000-0000-0000-0000-000000000000}"/>
          </ac:spMkLst>
        </pc:spChg>
        <pc:spChg chg="mod">
          <ac:chgData name="JY J" userId="9b3c7142ec981d42" providerId="LiveId" clId="{76C9870D-5849-42B8-8854-4BEA38412540}" dt="2026-03-05T08:48:23.229" v="262" actId="1036"/>
          <ac:spMkLst>
            <pc:docMk/>
            <pc:sldMk cId="0" sldId="277"/>
            <ac:spMk id="84" creationId="{00000000-0000-0000-0000-000000000000}"/>
          </ac:spMkLst>
        </pc:spChg>
        <pc:spChg chg="mod">
          <ac:chgData name="JY J" userId="9b3c7142ec981d42" providerId="LiveId" clId="{76C9870D-5849-42B8-8854-4BEA38412540}" dt="2026-03-09T02:15:08.426" v="2234" actId="207"/>
          <ac:spMkLst>
            <pc:docMk/>
            <pc:sldMk cId="0" sldId="277"/>
            <ac:spMk id="85" creationId="{00000000-0000-0000-0000-000000000000}"/>
          </ac:spMkLst>
        </pc:spChg>
        <pc:spChg chg="mod">
          <ac:chgData name="JY J" userId="9b3c7142ec981d42" providerId="LiveId" clId="{76C9870D-5849-42B8-8854-4BEA38412540}" dt="2026-03-09T02:15:08.426" v="2234" actId="207"/>
          <ac:spMkLst>
            <pc:docMk/>
            <pc:sldMk cId="0" sldId="277"/>
            <ac:spMk id="86" creationId="{00000000-0000-0000-0000-000000000000}"/>
          </ac:spMkLst>
        </pc:spChg>
        <pc:spChg chg="mod">
          <ac:chgData name="JY J" userId="9b3c7142ec981d42" providerId="LiveId" clId="{76C9870D-5849-42B8-8854-4BEA38412540}" dt="2026-03-09T02:15:08.426" v="2234" actId="207"/>
          <ac:spMkLst>
            <pc:docMk/>
            <pc:sldMk cId="0" sldId="277"/>
            <ac:spMk id="87" creationId="{00000000-0000-0000-0000-000000000000}"/>
          </ac:spMkLst>
        </pc:spChg>
        <pc:spChg chg="mod">
          <ac:chgData name="JY J" userId="9b3c7142ec981d42" providerId="LiveId" clId="{76C9870D-5849-42B8-8854-4BEA38412540}" dt="2026-03-09T02:16:11.522" v="2237" actId="403"/>
          <ac:spMkLst>
            <pc:docMk/>
            <pc:sldMk cId="0" sldId="277"/>
            <ac:spMk id="88" creationId="{00000000-0000-0000-0000-000000000000}"/>
          </ac:spMkLst>
        </pc:spChg>
        <pc:spChg chg="add mod">
          <ac:chgData name="JY J" userId="9b3c7142ec981d42" providerId="LiveId" clId="{76C9870D-5849-42B8-8854-4BEA38412540}" dt="2026-03-09T02:18:59.845" v="2262" actId="1036"/>
          <ac:spMkLst>
            <pc:docMk/>
            <pc:sldMk cId="0" sldId="277"/>
            <ac:spMk id="89" creationId="{3B1C4EB7-53F9-C965-C949-B06402A28467}"/>
          </ac:spMkLst>
        </pc:spChg>
        <pc:spChg chg="add mod">
          <ac:chgData name="JY J" userId="9b3c7142ec981d42" providerId="LiveId" clId="{76C9870D-5849-42B8-8854-4BEA38412540}" dt="2026-03-09T02:18:59.845" v="2262" actId="1036"/>
          <ac:spMkLst>
            <pc:docMk/>
            <pc:sldMk cId="0" sldId="277"/>
            <ac:spMk id="91" creationId="{B0331FE9-CD57-B80E-D470-EC813F04E8F9}"/>
          </ac:spMkLst>
        </pc:spChg>
        <pc:spChg chg="add mod">
          <ac:chgData name="JY J" userId="9b3c7142ec981d42" providerId="LiveId" clId="{76C9870D-5849-42B8-8854-4BEA38412540}" dt="2026-03-09T02:18:59.845" v="2262" actId="1036"/>
          <ac:spMkLst>
            <pc:docMk/>
            <pc:sldMk cId="0" sldId="277"/>
            <ac:spMk id="95" creationId="{35C21830-5F45-4D52-D41E-98E7834D9EC5}"/>
          </ac:spMkLst>
        </pc:spChg>
        <pc:spChg chg="add mod">
          <ac:chgData name="JY J" userId="9b3c7142ec981d42" providerId="LiveId" clId="{76C9870D-5849-42B8-8854-4BEA38412540}" dt="2026-03-09T02:18:59.845" v="2262" actId="1036"/>
          <ac:spMkLst>
            <pc:docMk/>
            <pc:sldMk cId="0" sldId="277"/>
            <ac:spMk id="97" creationId="{363732FE-5F50-56CA-E0AA-7774277DE4A8}"/>
          </ac:spMkLst>
        </pc:spChg>
        <pc:spChg chg="add mod">
          <ac:chgData name="JY J" userId="9b3c7142ec981d42" providerId="LiveId" clId="{76C9870D-5849-42B8-8854-4BEA38412540}" dt="2026-03-05T09:06:15.372" v="551" actId="1037"/>
          <ac:spMkLst>
            <pc:docMk/>
            <pc:sldMk cId="0" sldId="277"/>
            <ac:spMk id="98" creationId="{80FDD9D4-659E-1178-8540-8B6CFFF5A7EF}"/>
          </ac:spMkLst>
        </pc:spChg>
        <pc:spChg chg="add mod">
          <ac:chgData name="JY J" userId="9b3c7142ec981d42" providerId="LiveId" clId="{76C9870D-5849-42B8-8854-4BEA38412540}" dt="2026-03-05T09:06:46.756" v="562" actId="20577"/>
          <ac:spMkLst>
            <pc:docMk/>
            <pc:sldMk cId="0" sldId="277"/>
            <ac:spMk id="99" creationId="{BD752A0C-A0B7-FD5A-8C78-A5F5A8C6151D}"/>
          </ac:spMkLst>
        </pc:spChg>
        <pc:spChg chg="add mod">
          <ac:chgData name="JY J" userId="9b3c7142ec981d42" providerId="LiveId" clId="{76C9870D-5849-42B8-8854-4BEA38412540}" dt="2026-03-05T09:06:15.372" v="551" actId="1037"/>
          <ac:spMkLst>
            <pc:docMk/>
            <pc:sldMk cId="0" sldId="277"/>
            <ac:spMk id="100" creationId="{6497227C-FE1A-1791-5C18-FB4FE4A17F6E}"/>
          </ac:spMkLst>
        </pc:spChg>
        <pc:spChg chg="add mod">
          <ac:chgData name="JY J" userId="9b3c7142ec981d42" providerId="LiveId" clId="{76C9870D-5849-42B8-8854-4BEA38412540}" dt="2026-03-05T09:06:34.226" v="553" actId="1038"/>
          <ac:spMkLst>
            <pc:docMk/>
            <pc:sldMk cId="0" sldId="277"/>
            <ac:spMk id="101" creationId="{5C4330CD-6429-DDA0-D82B-1F29252E0AB2}"/>
          </ac:spMkLst>
        </pc:spChg>
        <pc:spChg chg="add mod">
          <ac:chgData name="JY J" userId="9b3c7142ec981d42" providerId="LiveId" clId="{76C9870D-5849-42B8-8854-4BEA38412540}" dt="2026-03-05T09:06:34.226" v="553" actId="1038"/>
          <ac:spMkLst>
            <pc:docMk/>
            <pc:sldMk cId="0" sldId="277"/>
            <ac:spMk id="102" creationId="{82A72C97-A684-825A-FAA4-E9FB16F78886}"/>
          </ac:spMkLst>
        </pc:spChg>
        <pc:spChg chg="add mod">
          <ac:chgData name="JY J" userId="9b3c7142ec981d42" providerId="LiveId" clId="{76C9870D-5849-42B8-8854-4BEA38412540}" dt="2026-03-05T09:06:34.226" v="553" actId="1038"/>
          <ac:spMkLst>
            <pc:docMk/>
            <pc:sldMk cId="0" sldId="277"/>
            <ac:spMk id="103" creationId="{850FE364-B8A5-C3A5-2878-373067AB589F}"/>
          </ac:spMkLst>
        </pc:spChg>
        <pc:spChg chg="add mod">
          <ac:chgData name="JY J" userId="9b3c7142ec981d42" providerId="LiveId" clId="{76C9870D-5849-42B8-8854-4BEA38412540}" dt="2026-03-09T02:18:59.845" v="2262" actId="1036"/>
          <ac:spMkLst>
            <pc:docMk/>
            <pc:sldMk cId="0" sldId="277"/>
            <ac:spMk id="107" creationId="{64794585-847E-D11F-1DCC-8057BEA82BAD}"/>
          </ac:spMkLst>
        </pc:spChg>
        <pc:spChg chg="add mod">
          <ac:chgData name="JY J" userId="9b3c7142ec981d42" providerId="LiveId" clId="{76C9870D-5849-42B8-8854-4BEA38412540}" dt="2026-03-09T02:18:59.845" v="2262" actId="1036"/>
          <ac:spMkLst>
            <pc:docMk/>
            <pc:sldMk cId="0" sldId="277"/>
            <ac:spMk id="108" creationId="{266F21C4-41CC-41DC-7B00-FF768AA40DA0}"/>
          </ac:spMkLst>
        </pc:spChg>
        <pc:spChg chg="add mod">
          <ac:chgData name="JY J" userId="9b3c7142ec981d42" providerId="LiveId" clId="{76C9870D-5849-42B8-8854-4BEA38412540}" dt="2026-03-09T02:18:59.845" v="2262" actId="1036"/>
          <ac:spMkLst>
            <pc:docMk/>
            <pc:sldMk cId="0" sldId="277"/>
            <ac:spMk id="109" creationId="{FB9899A5-8BF7-E7B8-6445-E775EE76F4EB}"/>
          </ac:spMkLst>
        </pc:spChg>
        <pc:picChg chg="add mod">
          <ac:chgData name="JY J" userId="9b3c7142ec981d42" providerId="LiveId" clId="{76C9870D-5849-42B8-8854-4BEA38412540}" dt="2026-03-09T02:12:00.012" v="2120" actId="1076"/>
          <ac:picMkLst>
            <pc:docMk/>
            <pc:sldMk cId="0" sldId="277"/>
            <ac:picMk id="10" creationId="{F089FDD6-8890-386B-82DD-BEC7DE97CCAA}"/>
          </ac:picMkLst>
        </pc:picChg>
        <pc:picChg chg="add mod">
          <ac:chgData name="JY J" userId="9b3c7142ec981d42" providerId="LiveId" clId="{76C9870D-5849-42B8-8854-4BEA38412540}" dt="2026-03-09T02:11:54.237" v="2116" actId="1076"/>
          <ac:picMkLst>
            <pc:docMk/>
            <pc:sldMk cId="0" sldId="277"/>
            <ac:picMk id="11" creationId="{B50DDB86-E8F8-FFDC-CB2C-3B717D9AAD79}"/>
          </ac:picMkLst>
        </pc:picChg>
      </pc:sldChg>
      <pc:sldChg chg="addSp delSp modSp add mod">
        <pc:chgData name="JY J" userId="9b3c7142ec981d42" providerId="LiveId" clId="{76C9870D-5849-42B8-8854-4BEA38412540}" dt="2026-03-11T06:56:28.163" v="3395" actId="20577"/>
        <pc:sldMkLst>
          <pc:docMk/>
          <pc:sldMk cId="3148948088" sldId="278"/>
        </pc:sldMkLst>
        <pc:spChg chg="add mod">
          <ac:chgData name="JY J" userId="9b3c7142ec981d42" providerId="LiveId" clId="{76C9870D-5849-42B8-8854-4BEA38412540}" dt="2026-03-11T06:56:17.627" v="3393" actId="20577"/>
          <ac:spMkLst>
            <pc:docMk/>
            <pc:sldMk cId="3148948088" sldId="278"/>
            <ac:spMk id="2" creationId="{EF88E3F0-FDBB-90DD-3A51-C8519F131708}"/>
          </ac:spMkLst>
        </pc:spChg>
        <pc:spChg chg="mod">
          <ac:chgData name="JY J" userId="9b3c7142ec981d42" providerId="LiveId" clId="{76C9870D-5849-42B8-8854-4BEA38412540}" dt="2026-03-11T06:01:54.553" v="2343" actId="208"/>
          <ac:spMkLst>
            <pc:docMk/>
            <pc:sldMk cId="3148948088" sldId="278"/>
            <ac:spMk id="3" creationId="{06711B57-748A-211B-2B60-2FA03454FAB3}"/>
          </ac:spMkLst>
        </pc:spChg>
        <pc:spChg chg="mod">
          <ac:chgData name="JY J" userId="9b3c7142ec981d42" providerId="LiveId" clId="{76C9870D-5849-42B8-8854-4BEA38412540}" dt="2026-03-11T06:01:49.083" v="2341" actId="207"/>
          <ac:spMkLst>
            <pc:docMk/>
            <pc:sldMk cId="3148948088" sldId="278"/>
            <ac:spMk id="5" creationId="{32219306-AE7C-9447-A64E-CC9F98B961D2}"/>
          </ac:spMkLst>
        </pc:spChg>
        <pc:spChg chg="mod">
          <ac:chgData name="JY J" userId="9b3c7142ec981d42" providerId="LiveId" clId="{76C9870D-5849-42B8-8854-4BEA38412540}" dt="2026-03-11T06:00:57.767" v="2334" actId="20577"/>
          <ac:spMkLst>
            <pc:docMk/>
            <pc:sldMk cId="3148948088" sldId="278"/>
            <ac:spMk id="6" creationId="{C15AEBBB-311D-6022-5892-B3AFDB99D79A}"/>
          </ac:spMkLst>
        </pc:spChg>
        <pc:spChg chg="mod">
          <ac:chgData name="JY J" userId="9b3c7142ec981d42" providerId="LiveId" clId="{76C9870D-5849-42B8-8854-4BEA38412540}" dt="2026-03-11T06:03:32.126" v="2458" actId="14100"/>
          <ac:spMkLst>
            <pc:docMk/>
            <pc:sldMk cId="3148948088" sldId="278"/>
            <ac:spMk id="8" creationId="{EA448E48-0B3D-B083-010A-89E15F01D66C}"/>
          </ac:spMkLst>
        </pc:spChg>
        <pc:spChg chg="mod">
          <ac:chgData name="JY J" userId="9b3c7142ec981d42" providerId="LiveId" clId="{76C9870D-5849-42B8-8854-4BEA38412540}" dt="2026-03-11T06:17:25.931" v="2620" actId="20577"/>
          <ac:spMkLst>
            <pc:docMk/>
            <pc:sldMk cId="3148948088" sldId="278"/>
            <ac:spMk id="9" creationId="{03B1B7B6-9ED2-80D0-AAC7-1D3CC9781AA0}"/>
          </ac:spMkLst>
        </pc:spChg>
        <pc:spChg chg="add del mod">
          <ac:chgData name="JY J" userId="9b3c7142ec981d42" providerId="LiveId" clId="{76C9870D-5849-42B8-8854-4BEA38412540}" dt="2026-03-11T06:49:13.860" v="3191" actId="478"/>
          <ac:spMkLst>
            <pc:docMk/>
            <pc:sldMk cId="3148948088" sldId="278"/>
            <ac:spMk id="11" creationId="{081FC63D-A656-A7D2-7FA3-2F103CDE8BA8}"/>
          </ac:spMkLst>
        </pc:spChg>
        <pc:spChg chg="add mod">
          <ac:chgData name="JY J" userId="9b3c7142ec981d42" providerId="LiveId" clId="{76C9870D-5849-42B8-8854-4BEA38412540}" dt="2026-03-11T06:50:08.057" v="3288" actId="1035"/>
          <ac:spMkLst>
            <pc:docMk/>
            <pc:sldMk cId="3148948088" sldId="278"/>
            <ac:spMk id="15" creationId="{FB007AD9-40D1-F417-4469-4C090B9874D3}"/>
          </ac:spMkLst>
        </pc:spChg>
        <pc:spChg chg="add mod">
          <ac:chgData name="JY J" userId="9b3c7142ec981d42" providerId="LiveId" clId="{76C9870D-5849-42B8-8854-4BEA38412540}" dt="2026-03-11T06:50:08.057" v="3288" actId="1035"/>
          <ac:spMkLst>
            <pc:docMk/>
            <pc:sldMk cId="3148948088" sldId="278"/>
            <ac:spMk id="16" creationId="{3118A0C3-C619-C167-12DD-1103E9A320E4}"/>
          </ac:spMkLst>
        </pc:spChg>
        <pc:spChg chg="add del mod">
          <ac:chgData name="JY J" userId="9b3c7142ec981d42" providerId="LiveId" clId="{76C9870D-5849-42B8-8854-4BEA38412540}" dt="2026-03-11T06:49:12.576" v="3190" actId="478"/>
          <ac:spMkLst>
            <pc:docMk/>
            <pc:sldMk cId="3148948088" sldId="278"/>
            <ac:spMk id="17" creationId="{B0BD7057-7FF3-FB53-C669-2EA45ED00AD4}"/>
          </ac:spMkLst>
        </pc:spChg>
        <pc:spChg chg="del mod">
          <ac:chgData name="JY J" userId="9b3c7142ec981d42" providerId="LiveId" clId="{76C9870D-5849-42B8-8854-4BEA38412540}" dt="2026-03-11T06:16:28.813" v="2517" actId="478"/>
          <ac:spMkLst>
            <pc:docMk/>
            <pc:sldMk cId="3148948088" sldId="278"/>
            <ac:spMk id="19" creationId="{CA6A085E-25CC-D59A-514D-A26EDB9CF965}"/>
          </ac:spMkLst>
        </pc:spChg>
        <pc:spChg chg="del">
          <ac:chgData name="JY J" userId="9b3c7142ec981d42" providerId="LiveId" clId="{76C9870D-5849-42B8-8854-4BEA38412540}" dt="2026-03-11T06:16:28.813" v="2517" actId="478"/>
          <ac:spMkLst>
            <pc:docMk/>
            <pc:sldMk cId="3148948088" sldId="278"/>
            <ac:spMk id="20" creationId="{CA4E9C3F-571F-CDA4-D0A9-6886D868009B}"/>
          </ac:spMkLst>
        </pc:spChg>
        <pc:spChg chg="del">
          <ac:chgData name="JY J" userId="9b3c7142ec981d42" providerId="LiveId" clId="{76C9870D-5849-42B8-8854-4BEA38412540}" dt="2026-03-11T06:16:28.813" v="2517" actId="478"/>
          <ac:spMkLst>
            <pc:docMk/>
            <pc:sldMk cId="3148948088" sldId="278"/>
            <ac:spMk id="21" creationId="{20900C58-92F2-A4B8-DC44-BAF9A84C296D}"/>
          </ac:spMkLst>
        </pc:spChg>
        <pc:spChg chg="add del">
          <ac:chgData name="JY J" userId="9b3c7142ec981d42" providerId="LiveId" clId="{76C9870D-5849-42B8-8854-4BEA38412540}" dt="2026-03-11T06:41:22.528" v="2958" actId="478"/>
          <ac:spMkLst>
            <pc:docMk/>
            <pc:sldMk cId="3148948088" sldId="278"/>
            <ac:spMk id="22" creationId="{484B5AAB-AFB3-D334-EB23-69ABF630E281}"/>
          </ac:spMkLst>
        </pc:spChg>
        <pc:spChg chg="del">
          <ac:chgData name="JY J" userId="9b3c7142ec981d42" providerId="LiveId" clId="{76C9870D-5849-42B8-8854-4BEA38412540}" dt="2026-03-11T06:16:28.813" v="2517" actId="478"/>
          <ac:spMkLst>
            <pc:docMk/>
            <pc:sldMk cId="3148948088" sldId="278"/>
            <ac:spMk id="24" creationId="{4800F9F4-8E33-2BE5-AEF8-839EA0E705A3}"/>
          </ac:spMkLst>
        </pc:spChg>
        <pc:spChg chg="add mod">
          <ac:chgData name="JY J" userId="9b3c7142ec981d42" providerId="LiveId" clId="{76C9870D-5849-42B8-8854-4BEA38412540}" dt="2026-03-11T06:47:58.677" v="3189" actId="14100"/>
          <ac:spMkLst>
            <pc:docMk/>
            <pc:sldMk cId="3148948088" sldId="278"/>
            <ac:spMk id="25" creationId="{DAF0F9AF-93A2-A2AF-0BFE-866F4CFA2838}"/>
          </ac:spMkLst>
        </pc:spChg>
        <pc:spChg chg="del">
          <ac:chgData name="JY J" userId="9b3c7142ec981d42" providerId="LiveId" clId="{76C9870D-5849-42B8-8854-4BEA38412540}" dt="2026-03-11T06:16:28.813" v="2517" actId="478"/>
          <ac:spMkLst>
            <pc:docMk/>
            <pc:sldMk cId="3148948088" sldId="278"/>
            <ac:spMk id="27" creationId="{B5D4301C-FD18-7891-6624-3D4214835ACC}"/>
          </ac:spMkLst>
        </pc:spChg>
        <pc:spChg chg="del">
          <ac:chgData name="JY J" userId="9b3c7142ec981d42" providerId="LiveId" clId="{76C9870D-5849-42B8-8854-4BEA38412540}" dt="2026-03-11T06:16:28.813" v="2517" actId="478"/>
          <ac:spMkLst>
            <pc:docMk/>
            <pc:sldMk cId="3148948088" sldId="278"/>
            <ac:spMk id="30" creationId="{BFC0822E-5411-165B-79E8-E8ADEFDC4C77}"/>
          </ac:spMkLst>
        </pc:spChg>
        <pc:spChg chg="del">
          <ac:chgData name="JY J" userId="9b3c7142ec981d42" providerId="LiveId" clId="{76C9870D-5849-42B8-8854-4BEA38412540}" dt="2026-03-11T06:16:28.813" v="2517" actId="478"/>
          <ac:spMkLst>
            <pc:docMk/>
            <pc:sldMk cId="3148948088" sldId="278"/>
            <ac:spMk id="33" creationId="{1B34E53F-9BCD-56A9-1611-D26806228FE4}"/>
          </ac:spMkLst>
        </pc:spChg>
        <pc:spChg chg="del">
          <ac:chgData name="JY J" userId="9b3c7142ec981d42" providerId="LiveId" clId="{76C9870D-5849-42B8-8854-4BEA38412540}" dt="2026-03-11T06:16:28.813" v="2517" actId="478"/>
          <ac:spMkLst>
            <pc:docMk/>
            <pc:sldMk cId="3148948088" sldId="278"/>
            <ac:spMk id="39" creationId="{88E939EB-71E8-3E89-2812-E78B6CA210A0}"/>
          </ac:spMkLst>
        </pc:spChg>
        <pc:spChg chg="del">
          <ac:chgData name="JY J" userId="9b3c7142ec981d42" providerId="LiveId" clId="{76C9870D-5849-42B8-8854-4BEA38412540}" dt="2026-03-11T06:16:28.813" v="2517" actId="478"/>
          <ac:spMkLst>
            <pc:docMk/>
            <pc:sldMk cId="3148948088" sldId="278"/>
            <ac:spMk id="40" creationId="{67706252-C8F8-5635-9B97-83C3DC6604EC}"/>
          </ac:spMkLst>
        </pc:spChg>
        <pc:spChg chg="del">
          <ac:chgData name="JY J" userId="9b3c7142ec981d42" providerId="LiveId" clId="{76C9870D-5849-42B8-8854-4BEA38412540}" dt="2026-03-11T06:16:28.813" v="2517" actId="478"/>
          <ac:spMkLst>
            <pc:docMk/>
            <pc:sldMk cId="3148948088" sldId="278"/>
            <ac:spMk id="45" creationId="{EDDE2B2C-8722-2AEB-082A-F924BF706FF8}"/>
          </ac:spMkLst>
        </pc:spChg>
        <pc:spChg chg="mod">
          <ac:chgData name="JY J" userId="9b3c7142ec981d42" providerId="LiveId" clId="{76C9870D-5849-42B8-8854-4BEA38412540}" dt="2026-03-11T06:46:54.588" v="3169" actId="14100"/>
          <ac:spMkLst>
            <pc:docMk/>
            <pc:sldMk cId="3148948088" sldId="278"/>
            <ac:spMk id="72" creationId="{A1086DDC-DC26-09C9-8AC1-E39896026959}"/>
          </ac:spMkLst>
        </pc:spChg>
        <pc:spChg chg="mod">
          <ac:chgData name="JY J" userId="9b3c7142ec981d42" providerId="LiveId" clId="{76C9870D-5849-42B8-8854-4BEA38412540}" dt="2026-03-11T06:38:14.846" v="2921" actId="20577"/>
          <ac:spMkLst>
            <pc:docMk/>
            <pc:sldMk cId="3148948088" sldId="278"/>
            <ac:spMk id="74" creationId="{3F8D1B43-2652-2EE7-D9D8-B00F9497FB8E}"/>
          </ac:spMkLst>
        </pc:spChg>
        <pc:spChg chg="del">
          <ac:chgData name="JY J" userId="9b3c7142ec981d42" providerId="LiveId" clId="{76C9870D-5849-42B8-8854-4BEA38412540}" dt="2026-03-11T06:38:23.901" v="2922" actId="478"/>
          <ac:spMkLst>
            <pc:docMk/>
            <pc:sldMk cId="3148948088" sldId="278"/>
            <ac:spMk id="75" creationId="{24DFA962-9112-3613-8587-8DF2A7BC5E4E}"/>
          </ac:spMkLst>
        </pc:spChg>
        <pc:spChg chg="mod">
          <ac:chgData name="JY J" userId="9b3c7142ec981d42" providerId="LiveId" clId="{76C9870D-5849-42B8-8854-4BEA38412540}" dt="2026-03-11T06:54:43.670" v="3360" actId="1038"/>
          <ac:spMkLst>
            <pc:docMk/>
            <pc:sldMk cId="3148948088" sldId="278"/>
            <ac:spMk id="77" creationId="{F453CD08-7F5C-82D5-43CA-464073378894}"/>
          </ac:spMkLst>
        </pc:spChg>
        <pc:spChg chg="mod">
          <ac:chgData name="JY J" userId="9b3c7142ec981d42" providerId="LiveId" clId="{76C9870D-5849-42B8-8854-4BEA38412540}" dt="2026-03-11T06:54:57.517" v="3391" actId="1037"/>
          <ac:spMkLst>
            <pc:docMk/>
            <pc:sldMk cId="3148948088" sldId="278"/>
            <ac:spMk id="78" creationId="{209CDF11-836B-8746-8955-0B22CBBFF34C}"/>
          </ac:spMkLst>
        </pc:spChg>
        <pc:spChg chg="mod">
          <ac:chgData name="JY J" userId="9b3c7142ec981d42" providerId="LiveId" clId="{76C9870D-5849-42B8-8854-4BEA38412540}" dt="2026-03-11T06:54:57.517" v="3391" actId="1037"/>
          <ac:spMkLst>
            <pc:docMk/>
            <pc:sldMk cId="3148948088" sldId="278"/>
            <ac:spMk id="79" creationId="{72F8B64D-1512-0032-8200-AA93DC74157E}"/>
          </ac:spMkLst>
        </pc:spChg>
        <pc:spChg chg="del">
          <ac:chgData name="JY J" userId="9b3c7142ec981d42" providerId="LiveId" clId="{76C9870D-5849-42B8-8854-4BEA38412540}" dt="2026-03-11T06:37:56.841" v="2903" actId="478"/>
          <ac:spMkLst>
            <pc:docMk/>
            <pc:sldMk cId="3148948088" sldId="278"/>
            <ac:spMk id="80" creationId="{9AAD70E0-4941-314C-AEB2-3ED01F8A9A2C}"/>
          </ac:spMkLst>
        </pc:spChg>
        <pc:spChg chg="del">
          <ac:chgData name="JY J" userId="9b3c7142ec981d42" providerId="LiveId" clId="{76C9870D-5849-42B8-8854-4BEA38412540}" dt="2026-03-11T06:37:56.841" v="2903" actId="478"/>
          <ac:spMkLst>
            <pc:docMk/>
            <pc:sldMk cId="3148948088" sldId="278"/>
            <ac:spMk id="81" creationId="{5B53C4AE-70E8-8F11-FF75-D9B2462BE788}"/>
          </ac:spMkLst>
        </pc:spChg>
        <pc:spChg chg="mod">
          <ac:chgData name="JY J" userId="9b3c7142ec981d42" providerId="LiveId" clId="{76C9870D-5849-42B8-8854-4BEA38412540}" dt="2026-03-11T06:54:57.517" v="3391" actId="1037"/>
          <ac:spMkLst>
            <pc:docMk/>
            <pc:sldMk cId="3148948088" sldId="278"/>
            <ac:spMk id="82" creationId="{46C4402D-47AB-DFE4-3549-86E3B7172116}"/>
          </ac:spMkLst>
        </pc:spChg>
        <pc:spChg chg="mod">
          <ac:chgData name="JY J" userId="9b3c7142ec981d42" providerId="LiveId" clId="{76C9870D-5849-42B8-8854-4BEA38412540}" dt="2026-03-11T06:56:28.163" v="3395" actId="20577"/>
          <ac:spMkLst>
            <pc:docMk/>
            <pc:sldMk cId="3148948088" sldId="278"/>
            <ac:spMk id="83" creationId="{14ECE306-C4C1-849B-C23E-E61C7A9BDB50}"/>
          </ac:spMkLst>
        </pc:spChg>
        <pc:spChg chg="mod">
          <ac:chgData name="JY J" userId="9b3c7142ec981d42" providerId="LiveId" clId="{76C9870D-5849-42B8-8854-4BEA38412540}" dt="2026-03-11T06:03:15.579" v="2457" actId="1038"/>
          <ac:spMkLst>
            <pc:docMk/>
            <pc:sldMk cId="3148948088" sldId="278"/>
            <ac:spMk id="84" creationId="{77C98838-BE47-5A00-8C53-DDF7464208B6}"/>
          </ac:spMkLst>
        </pc:spChg>
        <pc:spChg chg="mod">
          <ac:chgData name="JY J" userId="9b3c7142ec981d42" providerId="LiveId" clId="{76C9870D-5849-42B8-8854-4BEA38412540}" dt="2026-03-11T06:03:15.579" v="2457" actId="1038"/>
          <ac:spMkLst>
            <pc:docMk/>
            <pc:sldMk cId="3148948088" sldId="278"/>
            <ac:spMk id="85" creationId="{E4402FD4-8FBE-B778-D366-784ED5B7D962}"/>
          </ac:spMkLst>
        </pc:spChg>
        <pc:spChg chg="mod">
          <ac:chgData name="JY J" userId="9b3c7142ec981d42" providerId="LiveId" clId="{76C9870D-5849-42B8-8854-4BEA38412540}" dt="2026-03-11T06:03:15.579" v="2457" actId="1038"/>
          <ac:spMkLst>
            <pc:docMk/>
            <pc:sldMk cId="3148948088" sldId="278"/>
            <ac:spMk id="86" creationId="{1B2D22DF-D7C5-1DD1-000F-CAB62A68CF39}"/>
          </ac:spMkLst>
        </pc:spChg>
        <pc:spChg chg="mod">
          <ac:chgData name="JY J" userId="9b3c7142ec981d42" providerId="LiveId" clId="{76C9870D-5849-42B8-8854-4BEA38412540}" dt="2026-03-11T06:03:06.948" v="2418" actId="1038"/>
          <ac:spMkLst>
            <pc:docMk/>
            <pc:sldMk cId="3148948088" sldId="278"/>
            <ac:spMk id="87" creationId="{A2EAD3AE-34EA-286A-D8C5-2E7D85B52659}"/>
          </ac:spMkLst>
        </pc:spChg>
        <pc:spChg chg="mod">
          <ac:chgData name="JY J" userId="9b3c7142ec981d42" providerId="LiveId" clId="{76C9870D-5849-42B8-8854-4BEA38412540}" dt="2026-03-11T06:03:06.948" v="2418" actId="1038"/>
          <ac:spMkLst>
            <pc:docMk/>
            <pc:sldMk cId="3148948088" sldId="278"/>
            <ac:spMk id="88" creationId="{B89B5B32-81D4-782D-40FA-7699C39AD3AD}"/>
          </ac:spMkLst>
        </pc:spChg>
        <pc:spChg chg="mod">
          <ac:chgData name="JY J" userId="9b3c7142ec981d42" providerId="LiveId" clId="{76C9870D-5849-42B8-8854-4BEA38412540}" dt="2026-03-11T06:03:06.948" v="2418" actId="1038"/>
          <ac:spMkLst>
            <pc:docMk/>
            <pc:sldMk cId="3148948088" sldId="278"/>
            <ac:spMk id="89" creationId="{2BEDDB7B-1FE8-73C4-9090-0A10566E1A75}"/>
          </ac:spMkLst>
        </pc:spChg>
        <pc:spChg chg="mod">
          <ac:chgData name="JY J" userId="9b3c7142ec981d42" providerId="LiveId" clId="{76C9870D-5849-42B8-8854-4BEA38412540}" dt="2026-03-11T06:02:51.866" v="2378" actId="1038"/>
          <ac:spMkLst>
            <pc:docMk/>
            <pc:sldMk cId="3148948088" sldId="278"/>
            <ac:spMk id="90" creationId="{26D26B6C-78C7-0D6B-3958-514CE11C4552}"/>
          </ac:spMkLst>
        </pc:spChg>
        <pc:spChg chg="mod">
          <ac:chgData name="JY J" userId="9b3c7142ec981d42" providerId="LiveId" clId="{76C9870D-5849-42B8-8854-4BEA38412540}" dt="2026-03-11T06:02:51.866" v="2378" actId="1038"/>
          <ac:spMkLst>
            <pc:docMk/>
            <pc:sldMk cId="3148948088" sldId="278"/>
            <ac:spMk id="91" creationId="{7A84EF1C-B88D-BB26-863B-CFCB726BC22E}"/>
          </ac:spMkLst>
        </pc:spChg>
        <pc:spChg chg="mod">
          <ac:chgData name="JY J" userId="9b3c7142ec981d42" providerId="LiveId" clId="{76C9870D-5849-42B8-8854-4BEA38412540}" dt="2026-03-11T06:02:51.866" v="2378" actId="1038"/>
          <ac:spMkLst>
            <pc:docMk/>
            <pc:sldMk cId="3148948088" sldId="278"/>
            <ac:spMk id="92" creationId="{F13997EE-D0B8-6745-9AF5-EDD34D57068B}"/>
          </ac:spMkLst>
        </pc:spChg>
        <pc:spChg chg="mod">
          <ac:chgData name="JY J" userId="9b3c7142ec981d42" providerId="LiveId" clId="{76C9870D-5849-42B8-8854-4BEA38412540}" dt="2026-03-11T06:54:31.906" v="3350" actId="1035"/>
          <ac:spMkLst>
            <pc:docMk/>
            <pc:sldMk cId="3148948088" sldId="278"/>
            <ac:spMk id="93" creationId="{B9224AAF-9DFF-006F-64F8-A59A4375C6BE}"/>
          </ac:spMkLst>
        </pc:spChg>
        <pc:spChg chg="mod">
          <ac:chgData name="JY J" userId="9b3c7142ec981d42" providerId="LiveId" clId="{76C9870D-5849-42B8-8854-4BEA38412540}" dt="2026-03-11T06:54:25.632" v="3347" actId="1036"/>
          <ac:spMkLst>
            <pc:docMk/>
            <pc:sldMk cId="3148948088" sldId="278"/>
            <ac:spMk id="95" creationId="{9B765C32-192C-279E-113C-52300021EFBB}"/>
          </ac:spMkLst>
        </pc:spChg>
        <pc:graphicFrameChg chg="del mod modGraphic">
          <ac:chgData name="JY J" userId="9b3c7142ec981d42" providerId="LiveId" clId="{76C9870D-5849-42B8-8854-4BEA38412540}" dt="2026-03-11T06:21:05.656" v="2656" actId="478"/>
          <ac:graphicFrameMkLst>
            <pc:docMk/>
            <pc:sldMk cId="3148948088" sldId="278"/>
            <ac:graphicFrameMk id="10" creationId="{060B98C7-1546-44AB-DBBA-6EC3AA268729}"/>
          </ac:graphicFrameMkLst>
        </pc:graphicFrameChg>
        <pc:graphicFrameChg chg="add mod modGraphic">
          <ac:chgData name="JY J" userId="9b3c7142ec981d42" providerId="LiveId" clId="{76C9870D-5849-42B8-8854-4BEA38412540}" dt="2026-03-11T06:54:25.632" v="3347" actId="1036"/>
          <ac:graphicFrameMkLst>
            <pc:docMk/>
            <pc:sldMk cId="3148948088" sldId="278"/>
            <ac:graphicFrameMk id="18" creationId="{491FCEFB-2906-4028-1ACD-79D841D2161F}"/>
          </ac:graphicFrameMkLst>
        </pc:graphicFrameChg>
      </pc:sldChg>
      <pc:sldMasterChg chg="delSp mod">
        <pc:chgData name="JY J" userId="9b3c7142ec981d42" providerId="LiveId" clId="{76C9870D-5849-42B8-8854-4BEA38412540}" dt="2026-03-09T02:13:06.019" v="2126" actId="478"/>
        <pc:sldMasterMkLst>
          <pc:docMk/>
          <pc:sldMasterMk cId="0" sldId="2147483648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9" name="Shape 20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맑은 고딕"/>
      </a:defRPr>
    </a:lvl1pPr>
    <a:lvl2pPr indent="228600" latinLnBrk="0">
      <a:defRPr sz="1200">
        <a:latin typeface="+mj-lt"/>
        <a:ea typeface="+mj-ea"/>
        <a:cs typeface="+mj-cs"/>
        <a:sym typeface="맑은 고딕"/>
      </a:defRPr>
    </a:lvl2pPr>
    <a:lvl3pPr indent="457200" latinLnBrk="0">
      <a:defRPr sz="1200">
        <a:latin typeface="+mj-lt"/>
        <a:ea typeface="+mj-ea"/>
        <a:cs typeface="+mj-cs"/>
        <a:sym typeface="맑은 고딕"/>
      </a:defRPr>
    </a:lvl3pPr>
    <a:lvl4pPr indent="685800" latinLnBrk="0">
      <a:defRPr sz="1200">
        <a:latin typeface="+mj-lt"/>
        <a:ea typeface="+mj-ea"/>
        <a:cs typeface="+mj-cs"/>
        <a:sym typeface="맑은 고딕"/>
      </a:defRPr>
    </a:lvl4pPr>
    <a:lvl5pPr indent="914400" latinLnBrk="0">
      <a:defRPr sz="1200">
        <a:latin typeface="+mj-lt"/>
        <a:ea typeface="+mj-ea"/>
        <a:cs typeface="+mj-cs"/>
        <a:sym typeface="맑은 고딕"/>
      </a:defRPr>
    </a:lvl5pPr>
    <a:lvl6pPr indent="1143000" latinLnBrk="0">
      <a:defRPr sz="1200">
        <a:latin typeface="+mj-lt"/>
        <a:ea typeface="+mj-ea"/>
        <a:cs typeface="+mj-cs"/>
        <a:sym typeface="맑은 고딕"/>
      </a:defRPr>
    </a:lvl6pPr>
    <a:lvl7pPr indent="1371600" latinLnBrk="0">
      <a:defRPr sz="1200">
        <a:latin typeface="+mj-lt"/>
        <a:ea typeface="+mj-ea"/>
        <a:cs typeface="+mj-cs"/>
        <a:sym typeface="맑은 고딕"/>
      </a:defRPr>
    </a:lvl7pPr>
    <a:lvl8pPr indent="1600200" latinLnBrk="0">
      <a:defRPr sz="1200">
        <a:latin typeface="+mj-lt"/>
        <a:ea typeface="+mj-ea"/>
        <a:cs typeface="+mj-cs"/>
        <a:sym typeface="맑은 고딕"/>
      </a:defRPr>
    </a:lvl8pPr>
    <a:lvl9pPr indent="1828800" latinLnBrk="0">
      <a:defRPr sz="1200">
        <a:latin typeface="+mj-lt"/>
        <a:ea typeface="+mj-ea"/>
        <a:cs typeface="+mj-cs"/>
        <a:sym typeface="맑은 고딕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66088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CC4A1-7EF4-264A-372C-78B143327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43C42B-6D5A-2C6D-358D-BEDD4A69B9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15DF74-0793-25CB-DEF0-BC6DF7EE3E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037AB6-38D5-BC35-76BA-42A923C362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816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1">
            <a:extLst>
              <a:ext uri="{FF2B5EF4-FFF2-40B4-BE49-F238E27FC236}">
                <a16:creationId xmlns:a16="http://schemas.microsoft.com/office/drawing/2014/main" id="{EBAAFB74-6D5E-E83E-3A27-433DAEBE3EB4}"/>
              </a:ext>
            </a:extLst>
          </p:cNvPr>
          <p:cNvSpPr/>
          <p:nvPr userDrawn="1"/>
        </p:nvSpPr>
        <p:spPr>
          <a:xfrm>
            <a:off x="0" y="1"/>
            <a:ext cx="12192000" cy="6853418"/>
          </a:xfrm>
          <a:prstGeom prst="rect">
            <a:avLst/>
          </a:prstGeom>
          <a:gradFill>
            <a:gsLst>
              <a:gs pos="0">
                <a:srgbClr val="0F253F">
                  <a:alpha val="77000"/>
                </a:srgbClr>
              </a:gs>
              <a:gs pos="100000">
                <a:srgbClr val="C00000">
                  <a:alpha val="72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5BCA5AA-D2D7-9374-644A-D24540E0387D}"/>
              </a:ext>
            </a:extLst>
          </p:cNvPr>
          <p:cNvSpPr/>
          <p:nvPr userDrawn="1"/>
        </p:nvSpPr>
        <p:spPr>
          <a:xfrm rot="16200000">
            <a:off x="2669289" y="-2669293"/>
            <a:ext cx="6853419" cy="12192003"/>
          </a:xfrm>
          <a:prstGeom prst="rect">
            <a:avLst/>
          </a:prstGeom>
          <a:gradFill>
            <a:gsLst>
              <a:gs pos="0">
                <a:srgbClr val="F6F9FC">
                  <a:alpha val="0"/>
                </a:srgbClr>
              </a:gs>
              <a:gs pos="86000">
                <a:srgbClr val="002060"/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 dirty="0"/>
          </a:p>
        </p:txBody>
      </p:sp>
      <p:pic>
        <p:nvPicPr>
          <p:cNvPr id="14" name="图片 2">
            <a:extLst>
              <a:ext uri="{FF2B5EF4-FFF2-40B4-BE49-F238E27FC236}">
                <a16:creationId xmlns:a16="http://schemas.microsoft.com/office/drawing/2014/main" id="{740AFEBA-DA16-3F73-D715-761EC2DEC7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176" b="9691"/>
          <a:stretch/>
        </p:blipFill>
        <p:spPr>
          <a:xfrm>
            <a:off x="3694371" y="646950"/>
            <a:ext cx="8497629" cy="620646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EC168C2-7DE3-8F45-45BC-2CF3AA2444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768" y="247518"/>
            <a:ext cx="1947230" cy="399432"/>
          </a:xfrm>
          <a:prstGeom prst="rect">
            <a:avLst/>
          </a:prstGeom>
        </p:spPr>
      </p:pic>
      <p:sp>
        <p:nvSpPr>
          <p:cNvPr id="12" name="직사각형 1">
            <a:extLst>
              <a:ext uri="{FF2B5EF4-FFF2-40B4-BE49-F238E27FC236}">
                <a16:creationId xmlns:a16="http://schemas.microsoft.com/office/drawing/2014/main" id="{0477414C-CFC8-3F2D-ADB2-E0D15FB86011}"/>
              </a:ext>
            </a:extLst>
          </p:cNvPr>
          <p:cNvSpPr/>
          <p:nvPr userDrawn="1"/>
        </p:nvSpPr>
        <p:spPr>
          <a:xfrm>
            <a:off x="623389" y="670382"/>
            <a:ext cx="6720752" cy="5517236"/>
          </a:xfrm>
          <a:prstGeom prst="rect">
            <a:avLst/>
          </a:prstGeom>
          <a:gradFill>
            <a:gsLst>
              <a:gs pos="0">
                <a:srgbClr val="0F253F">
                  <a:alpha val="77000"/>
                </a:srgbClr>
              </a:gs>
              <a:gs pos="100000">
                <a:srgbClr val="C00000">
                  <a:alpha val="72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pic>
        <p:nvPicPr>
          <p:cNvPr id="16" name="그래픽 9" descr="그래픽 9">
            <a:extLst>
              <a:ext uri="{FF2B5EF4-FFF2-40B4-BE49-F238E27FC236}">
                <a16:creationId xmlns:a16="http://schemas.microsoft.com/office/drawing/2014/main" id="{056EE650-0364-7E32-102A-B40E4CC3E2D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617981" y="2924937"/>
            <a:ext cx="3726160" cy="326268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4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CE233BFD-9DDB-A9B6-45BA-172AE39666A2}"/>
              </a:ext>
            </a:extLst>
          </p:cNvPr>
          <p:cNvSpPr/>
          <p:nvPr userDrawn="1"/>
        </p:nvSpPr>
        <p:spPr>
          <a:xfrm rot="5400000">
            <a:off x="5518144" y="-5518149"/>
            <a:ext cx="1155702" cy="12192003"/>
          </a:xfrm>
          <a:prstGeom prst="rect">
            <a:avLst/>
          </a:prstGeom>
          <a:gradFill>
            <a:gsLst>
              <a:gs pos="0">
                <a:srgbClr val="F6F9FC">
                  <a:alpha val="0"/>
                </a:srgbClr>
              </a:gs>
              <a:gs pos="80000">
                <a:schemeClr val="bg1">
                  <a:lumMod val="85000"/>
                </a:schemeClr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DDBEFE3-6FE1-6EDA-ED27-6124B1DD770A}"/>
              </a:ext>
            </a:extLst>
          </p:cNvPr>
          <p:cNvSpPr/>
          <p:nvPr userDrawn="1"/>
        </p:nvSpPr>
        <p:spPr>
          <a:xfrm rot="16200000">
            <a:off x="5518150" y="202595"/>
            <a:ext cx="1155702" cy="12192003"/>
          </a:xfrm>
          <a:prstGeom prst="rect">
            <a:avLst/>
          </a:prstGeom>
          <a:gradFill>
            <a:gsLst>
              <a:gs pos="0">
                <a:srgbClr val="F6F9FC">
                  <a:alpha val="0"/>
                </a:srgbClr>
              </a:gs>
              <a:gs pos="80000">
                <a:schemeClr val="bg1">
                  <a:lumMod val="85000"/>
                </a:schemeClr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 dirty="0"/>
          </a:p>
        </p:txBody>
      </p:sp>
      <p:sp>
        <p:nvSpPr>
          <p:cNvPr id="9" name="직사각형 1">
            <a:extLst>
              <a:ext uri="{FF2B5EF4-FFF2-40B4-BE49-F238E27FC236}">
                <a16:creationId xmlns:a16="http://schemas.microsoft.com/office/drawing/2014/main" id="{C3900F48-FDAF-BDA3-DB30-AB76DEAA4214}"/>
              </a:ext>
            </a:extLst>
          </p:cNvPr>
          <p:cNvSpPr/>
          <p:nvPr userDrawn="1"/>
        </p:nvSpPr>
        <p:spPr>
          <a:xfrm rot="10800000">
            <a:off x="-4" y="2505881"/>
            <a:ext cx="12192000" cy="1788685"/>
          </a:xfrm>
          <a:prstGeom prst="rect">
            <a:avLst/>
          </a:prstGeom>
          <a:gradFill>
            <a:gsLst>
              <a:gs pos="0">
                <a:srgbClr val="0F253F">
                  <a:alpha val="77000"/>
                </a:srgbClr>
              </a:gs>
              <a:gs pos="100000">
                <a:srgbClr val="C00000">
                  <a:alpha val="72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8E0253F-3C2D-64E5-CED0-708588C544E3}"/>
              </a:ext>
            </a:extLst>
          </p:cNvPr>
          <p:cNvSpPr/>
          <p:nvPr userDrawn="1"/>
        </p:nvSpPr>
        <p:spPr>
          <a:xfrm rot="5400000">
            <a:off x="5322302" y="-2816430"/>
            <a:ext cx="1547385" cy="12192003"/>
          </a:xfrm>
          <a:prstGeom prst="rect">
            <a:avLst/>
          </a:prstGeom>
          <a:gradFill>
            <a:gsLst>
              <a:gs pos="0">
                <a:srgbClr val="F6F9FC">
                  <a:alpha val="0"/>
                </a:srgbClr>
              </a:gs>
              <a:gs pos="86000">
                <a:srgbClr val="002060"/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 dirty="0"/>
          </a:p>
        </p:txBody>
      </p:sp>
      <p:sp>
        <p:nvSpPr>
          <p:cNvPr id="90" name="슬라이드 번호"/>
          <p:cNvSpPr txBox="1">
            <a:spLocks noGrp="1"/>
          </p:cNvSpPr>
          <p:nvPr userDrawn="1"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A111249A-7F07-E49E-45EF-0B19BA56FB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8025" y="115509"/>
            <a:ext cx="1142999" cy="284402"/>
          </a:xfrm>
          <a:prstGeom prst="rect">
            <a:avLst/>
          </a:prstGeom>
        </p:spPr>
      </p:pic>
      <p:pic>
        <p:nvPicPr>
          <p:cNvPr id="25" name="图片 22">
            <a:extLst>
              <a:ext uri="{FF2B5EF4-FFF2-40B4-BE49-F238E27FC236}">
                <a16:creationId xmlns:a16="http://schemas.microsoft.com/office/drawing/2014/main" id="{0CEBC369-627C-5274-4F00-58318AD8A7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79" r="4952" b="4546"/>
          <a:stretch/>
        </p:blipFill>
        <p:spPr>
          <a:xfrm flipH="1">
            <a:off x="2971799" y="1474735"/>
            <a:ext cx="9143997" cy="5383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43611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직사각형 2"/>
          <p:cNvSpPr/>
          <p:nvPr/>
        </p:nvSpPr>
        <p:spPr>
          <a:xfrm>
            <a:off x="0" y="2852934"/>
            <a:ext cx="12192000" cy="1801862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pic>
        <p:nvPicPr>
          <p:cNvPr id="99" name="그림 1" descr="그림 1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455930" y="2852935"/>
            <a:ext cx="6736071" cy="1801865"/>
          </a:xfrm>
          <a:prstGeom prst="rect">
            <a:avLst/>
          </a:prstGeom>
          <a:ln w="12700">
            <a:miter lim="400000"/>
          </a:ln>
        </p:spPr>
      </p:pic>
      <p:sp>
        <p:nvSpPr>
          <p:cNvPr id="100" name="직사각형 7"/>
          <p:cNvSpPr/>
          <p:nvPr/>
        </p:nvSpPr>
        <p:spPr>
          <a:xfrm>
            <a:off x="-4" y="2852934"/>
            <a:ext cx="5455935" cy="1801862"/>
          </a:xfrm>
          <a:prstGeom prst="rect">
            <a:avLst/>
          </a:prstGeom>
          <a:solidFill>
            <a:srgbClr val="FFFFFF">
              <a:alpha val="50195"/>
            </a:srgbClr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sp>
        <p:nvSpPr>
          <p:cNvPr id="101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8460DD3-1C03-8B4E-575C-FF8C6BBDA9A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115509"/>
            <a:ext cx="1142999" cy="284402"/>
          </a:xfrm>
          <a:prstGeom prst="rect">
            <a:avLst/>
          </a:prstGeom>
        </p:spPr>
      </p:pic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그림 6" descr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267"/>
            <a:ext cx="8538864" cy="6863268"/>
          </a:xfrm>
          <a:prstGeom prst="rect">
            <a:avLst/>
          </a:prstGeom>
          <a:ln w="12700">
            <a:miter lim="400000"/>
          </a:ln>
        </p:spPr>
      </p:pic>
      <p:sp>
        <p:nvSpPr>
          <p:cNvPr id="166" name="직사각형 9"/>
          <p:cNvSpPr/>
          <p:nvPr/>
        </p:nvSpPr>
        <p:spPr>
          <a:xfrm flipH="1">
            <a:off x="1434073" y="0"/>
            <a:ext cx="7104792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/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sp>
        <p:nvSpPr>
          <p:cNvPr id="167" name="직사각형 7"/>
          <p:cNvSpPr/>
          <p:nvPr/>
        </p:nvSpPr>
        <p:spPr>
          <a:xfrm>
            <a:off x="3360373" y="4725144"/>
            <a:ext cx="8831627" cy="1480608"/>
          </a:xfrm>
          <a:prstGeom prst="rect">
            <a:avLst/>
          </a:prstGeom>
          <a:gradFill>
            <a:gsLst>
              <a:gs pos="0">
                <a:srgbClr val="0F253F">
                  <a:alpha val="77000"/>
                </a:srgbClr>
              </a:gs>
              <a:gs pos="100000">
                <a:schemeClr val="accent2"/>
              </a:gs>
            </a:gsLst>
            <a:lin ang="132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pic>
        <p:nvPicPr>
          <p:cNvPr id="168" name="그래픽 8" descr="그래픽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3646" y="4362156"/>
            <a:ext cx="4968213" cy="220658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0318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/>
          <p:nvPr/>
        </p:nvSpPr>
        <p:spPr>
          <a:xfrm>
            <a:off x="10124093" y="6613681"/>
            <a:ext cx="2086328" cy="261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1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sz="1100"/>
              <a:t>CONFIDENTIAL</a:t>
            </a:r>
          </a:p>
        </p:txBody>
      </p:sp>
      <p:pic>
        <p:nvPicPr>
          <p:cNvPr id="4" name="그림 10" descr="그림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78" y="6642255"/>
            <a:ext cx="1112279" cy="171122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제목 텍스트"/>
          <p:cNvSpPr txBox="1">
            <a:spLocks noGrp="1"/>
          </p:cNvSpPr>
          <p:nvPr>
            <p:ph type="title"/>
          </p:nvPr>
        </p:nvSpPr>
        <p:spPr>
          <a:xfrm>
            <a:off x="431369" y="274639"/>
            <a:ext cx="10951635" cy="418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제목 텍스트</a:t>
            </a:r>
          </a:p>
        </p:txBody>
      </p:sp>
      <p:sp>
        <p:nvSpPr>
          <p:cNvPr id="6" name="본문 첫 번째 줄…"/>
          <p:cNvSpPr txBox="1">
            <a:spLocks noGrp="1"/>
          </p:cNvSpPr>
          <p:nvPr>
            <p:ph type="body" idx="1" hasCustomPrompt="1"/>
          </p:nvPr>
        </p:nvSpPr>
        <p:spPr>
          <a:xfrm>
            <a:off x="609600" y="980728"/>
            <a:ext cx="10972800" cy="5145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마스터 텍스 스타일을 편집합니다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5970482" y="6631420"/>
            <a:ext cx="254232" cy="246217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ctr">
              <a:defRPr sz="10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6" r:id="rId2"/>
    <p:sldLayoutId id="2147483657" r:id="rId3"/>
    <p:sldLayoutId id="2147483662" r:id="rId4"/>
    <p:sldLayoutId id="2147483667" r:id="rId5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9pPr>
    </p:bodyStyle>
    <p:other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Box 12"/>
          <p:cNvSpPr txBox="1"/>
          <p:nvPr/>
        </p:nvSpPr>
        <p:spPr>
          <a:xfrm>
            <a:off x="912168" y="2630062"/>
            <a:ext cx="6421886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r">
              <a:defRPr sz="3200" b="1">
                <a:solidFill>
                  <a:srgbClr val="FFFFFF"/>
                </a:solidFill>
              </a:defRPr>
            </a:lvl1pPr>
          </a:lstStyle>
          <a:p>
            <a:pPr algn="l"/>
            <a:r>
              <a:rPr lang="ko-KR" altLang="en-US" sz="3000">
                <a:latin typeface="Arial" panose="020B0604020202020204" pitchFamily="34" charset="0"/>
                <a:cs typeface="Arial" panose="020B0604020202020204" pitchFamily="34" charset="0"/>
              </a:rPr>
              <a:t>솔루션 패키지 구성</a:t>
            </a:r>
          </a:p>
        </p:txBody>
      </p:sp>
      <p:sp>
        <p:nvSpPr>
          <p:cNvPr id="213" name="TextBox 13"/>
          <p:cNvSpPr txBox="1"/>
          <p:nvPr/>
        </p:nvSpPr>
        <p:spPr>
          <a:xfrm>
            <a:off x="883593" y="5831595"/>
            <a:ext cx="65804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r>
              <a:rPr lang="en-US" altLang="ko-KR">
                <a:latin typeface="Arial" panose="020B0604020202020204" pitchFamily="34" charset="0"/>
                <a:cs typeface="Arial" panose="020B0604020202020204" pitchFamily="34" charset="0"/>
              </a:rPr>
              <a:t>Mar. 2026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6" name="TextBox 10"/>
          <p:cNvSpPr txBox="1"/>
          <p:nvPr/>
        </p:nvSpPr>
        <p:spPr>
          <a:xfrm>
            <a:off x="950142" y="3198822"/>
            <a:ext cx="5963739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en-US" altLang="ko-KR" sz="2000">
                <a:latin typeface="Arial" panose="020B0604020202020204" pitchFamily="34" charset="0"/>
                <a:cs typeface="Arial" panose="020B0604020202020204" pitchFamily="34" charset="0"/>
              </a:rPr>
              <a:t>Solution Package Overview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2F4B09-2DD3-6679-AA5F-D36307AEC2A2}"/>
              </a:ext>
            </a:extLst>
          </p:cNvPr>
          <p:cNvSpPr/>
          <p:nvPr/>
        </p:nvSpPr>
        <p:spPr>
          <a:xfrm>
            <a:off x="8927185" y="0"/>
            <a:ext cx="3264816" cy="1064439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0BBA473-2555-6613-E445-BBB191B6854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 l="35303" t="27702" r="36690" b="34987"/>
          <a:stretch>
            <a:fillRect/>
          </a:stretch>
        </p:blipFill>
        <p:spPr>
          <a:xfrm>
            <a:off x="8927184" y="136292"/>
            <a:ext cx="1040240" cy="79185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CD8C400-2C67-4ACF-26D3-4913F385A4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4964" y="292169"/>
            <a:ext cx="1929496" cy="48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34507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5E3E797D-8860-6470-9ACF-8B2D3DD5A599}"/>
              </a:ext>
            </a:extLst>
          </p:cNvPr>
          <p:cNvSpPr/>
          <p:nvPr/>
        </p:nvSpPr>
        <p:spPr>
          <a:xfrm>
            <a:off x="0" y="4102963"/>
            <a:ext cx="12192000" cy="1980000"/>
          </a:xfrm>
          <a:prstGeom prst="rect">
            <a:avLst/>
          </a:prstGeom>
          <a:solidFill>
            <a:srgbClr val="FFFFCC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2000" cy="950976"/>
          </a:xfrm>
          <a:prstGeom prst="rect">
            <a:avLst/>
          </a:prstGeom>
          <a:gradFill flip="none" rotWithShape="1">
            <a:gsLst>
              <a:gs pos="0">
                <a:srgbClr val="1C2B4A"/>
              </a:gs>
              <a:gs pos="44000">
                <a:srgbClr val="1C2B4A">
                  <a:alpha val="80000"/>
                </a:srgbClr>
              </a:gs>
              <a:gs pos="60000">
                <a:srgbClr val="1C2B4A">
                  <a:alpha val="60000"/>
                </a:srgbClr>
              </a:gs>
              <a:gs pos="77000">
                <a:srgbClr val="1C2B4A">
                  <a:alpha val="10000"/>
                </a:srgbClr>
              </a:gs>
            </a:gsLst>
            <a:lin ang="0" scaled="1"/>
            <a:tileRect/>
          </a:gradFill>
          <a:ln w="1270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43840" cy="950976"/>
          </a:xfrm>
          <a:prstGeom prst="rect">
            <a:avLst/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" name="Shape 2"/>
          <p:cNvSpPr/>
          <p:nvPr/>
        </p:nvSpPr>
        <p:spPr>
          <a:xfrm>
            <a:off x="365760" y="146304"/>
            <a:ext cx="950976" cy="341376"/>
          </a:xfrm>
          <a:prstGeom prst="rect">
            <a:avLst/>
          </a:prstGeom>
          <a:solidFill>
            <a:srgbClr val="1C2B4A"/>
          </a:solidFill>
          <a:ln w="9525">
            <a:solidFill>
              <a:srgbClr val="0A8A7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" name="Text 3"/>
          <p:cNvSpPr/>
          <p:nvPr/>
        </p:nvSpPr>
        <p:spPr>
          <a:xfrm>
            <a:off x="365760" y="146304"/>
            <a:ext cx="9509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spc="267" dirty="0">
                <a:solidFill>
                  <a:srgbClr val="0A8A7A"/>
                </a:solidFill>
              </a:rPr>
              <a:t>PKG 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87424" y="60960"/>
            <a:ext cx="853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Rail Vision Inspector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87424" y="597408"/>
            <a:ext cx="853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 err="1">
                <a:solidFill>
                  <a:schemeClr val="bg1">
                    <a:lumMod val="95000"/>
                  </a:schemeClr>
                </a:solidFill>
              </a:rPr>
              <a:t>열차</a:t>
            </a:r>
            <a:r>
              <a:rPr lang="en-US" sz="1133" dirty="0">
                <a:solidFill>
                  <a:schemeClr val="bg1">
                    <a:lumMod val="95000"/>
                  </a:schemeClr>
                </a:solidFill>
              </a:rPr>
              <a:t> 외관 </a:t>
            </a:r>
            <a:r>
              <a:rPr lang="en-US" sz="1133" dirty="0" err="1">
                <a:solidFill>
                  <a:schemeClr val="bg1">
                    <a:lumMod val="95000"/>
                  </a:schemeClr>
                </a:solidFill>
              </a:rPr>
              <a:t>검사</a:t>
            </a:r>
            <a:r>
              <a:rPr lang="en-US" sz="1133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1133" dirty="0" err="1">
                <a:solidFill>
                  <a:schemeClr val="bg1">
                    <a:lumMod val="95000"/>
                  </a:schemeClr>
                </a:solidFill>
              </a:rPr>
              <a:t>시스템</a:t>
            </a:r>
            <a:endParaRPr lang="en-US" sz="1133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2833" y="1009396"/>
            <a:ext cx="2827824" cy="7802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Text 15"/>
          <p:cNvSpPr/>
          <p:nvPr/>
        </p:nvSpPr>
        <p:spPr>
          <a:xfrm>
            <a:off x="322833" y="1058164"/>
            <a:ext cx="28278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 err="1">
                <a:solidFill>
                  <a:srgbClr val="C00000"/>
                </a:solidFill>
              </a:rPr>
              <a:t>공급가</a:t>
            </a:r>
            <a:r>
              <a:rPr lang="en-US" sz="933" dirty="0">
                <a:solidFill>
                  <a:srgbClr val="C00000"/>
                </a:solidFill>
              </a:rPr>
              <a:t> (1식)</a:t>
            </a:r>
          </a:p>
        </p:txBody>
      </p:sp>
      <p:sp>
        <p:nvSpPr>
          <p:cNvPr id="18" name="Text 16"/>
          <p:cNvSpPr/>
          <p:nvPr/>
        </p:nvSpPr>
        <p:spPr>
          <a:xfrm>
            <a:off x="322833" y="1314196"/>
            <a:ext cx="282782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000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₩ 1,000,000,000</a:t>
            </a:r>
            <a:endParaRPr lang="en-US" sz="1733" dirty="0">
              <a:solidFill>
                <a:srgbClr val="0000FF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315859" y="1009396"/>
            <a:ext cx="2748797" cy="7802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20" name="Text 18"/>
          <p:cNvSpPr/>
          <p:nvPr/>
        </p:nvSpPr>
        <p:spPr>
          <a:xfrm>
            <a:off x="3315859" y="1058164"/>
            <a:ext cx="2748797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>
                <a:solidFill>
                  <a:srgbClr val="C00000"/>
                </a:solidFill>
              </a:rPr>
              <a:t>납기</a:t>
            </a:r>
          </a:p>
        </p:txBody>
      </p:sp>
      <p:sp>
        <p:nvSpPr>
          <p:cNvPr id="21" name="Text 19"/>
          <p:cNvSpPr/>
          <p:nvPr/>
        </p:nvSpPr>
        <p:spPr>
          <a:xfrm>
            <a:off x="3315859" y="1314196"/>
            <a:ext cx="2748797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A5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4개월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41376" y="1886204"/>
            <a:ext cx="3755136" cy="2097024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341376" y="1886204"/>
            <a:ext cx="3755136" cy="341376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4" name="Text 22"/>
          <p:cNvSpPr/>
          <p:nvPr/>
        </p:nvSpPr>
        <p:spPr>
          <a:xfrm>
            <a:off x="438912" y="1886204"/>
            <a:ext cx="363321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spc="67" dirty="0">
                <a:solidFill>
                  <a:srgbClr val="1A5FAA"/>
                </a:solidFill>
              </a:rPr>
              <a:t>■</a:t>
            </a:r>
            <a:r>
              <a:rPr lang="en-US" sz="1000" b="1" spc="67" dirty="0">
                <a:solidFill>
                  <a:srgbClr val="1A5FAA"/>
                </a:solidFill>
              </a:rPr>
              <a:t>  SW 구성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7680" y="2250106"/>
            <a:ext cx="3462528" cy="174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33" dirty="0">
                <a:solidFill>
                  <a:srgbClr val="52484A"/>
                </a:solidFill>
              </a:rPr>
              <a:t>차량 하부 </a:t>
            </a:r>
            <a:r>
              <a:rPr lang="en-US" sz="1133" dirty="0">
                <a:solidFill>
                  <a:srgbClr val="52484A"/>
                </a:solidFill>
              </a:rPr>
              <a:t>AI 열화상 </a:t>
            </a:r>
            <a:r>
              <a:rPr lang="en-US" sz="1133" dirty="0" err="1">
                <a:solidFill>
                  <a:srgbClr val="52484A"/>
                </a:solidFill>
              </a:rPr>
              <a:t>분석</a:t>
            </a:r>
            <a:r>
              <a:rPr lang="en-US" sz="1133" dirty="0">
                <a:solidFill>
                  <a:srgbClr val="52484A"/>
                </a:solidFill>
              </a:rPr>
              <a:t> </a:t>
            </a:r>
            <a:r>
              <a:rPr lang="en-US" sz="1133" dirty="0" err="1">
                <a:solidFill>
                  <a:srgbClr val="52484A"/>
                </a:solidFill>
              </a:rPr>
              <a:t>엔진</a:t>
            </a:r>
            <a:endParaRPr lang="en-US" sz="1133" dirty="0">
              <a:solidFill>
                <a:srgbClr val="52484A"/>
              </a:solidFill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33" dirty="0" err="1">
                <a:solidFill>
                  <a:srgbClr val="52484A"/>
                </a:solidFill>
              </a:rPr>
              <a:t>외관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이상</a:t>
            </a:r>
            <a:r>
              <a:rPr lang="en-US" altLang="ko-KR" sz="1133" dirty="0">
                <a:solidFill>
                  <a:srgbClr val="52484A"/>
                </a:solidFill>
              </a:rPr>
              <a:t> AI </a:t>
            </a:r>
            <a:r>
              <a:rPr lang="en-US" altLang="ko-KR" sz="1133" dirty="0" err="1">
                <a:solidFill>
                  <a:srgbClr val="52484A"/>
                </a:solidFill>
              </a:rPr>
              <a:t>판정</a:t>
            </a:r>
            <a:r>
              <a:rPr lang="en-US" altLang="ko-KR" sz="1133" dirty="0">
                <a:solidFill>
                  <a:srgbClr val="52484A"/>
                </a:solidFill>
              </a:rPr>
              <a:t> SW (</a:t>
            </a:r>
            <a:r>
              <a:rPr lang="en-US" altLang="ko-KR" sz="1133" dirty="0" err="1">
                <a:solidFill>
                  <a:srgbClr val="52484A"/>
                </a:solidFill>
              </a:rPr>
              <a:t>딥러닝</a:t>
            </a:r>
            <a:r>
              <a:rPr lang="en-US" altLang="ko-KR" sz="1133" dirty="0">
                <a:solidFill>
                  <a:srgbClr val="52484A"/>
                </a:solidFill>
              </a:rPr>
              <a:t>)</a:t>
            </a:r>
            <a:endParaRPr lang="en-US" altLang="ko-KR" sz="1133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33" dirty="0" err="1">
                <a:solidFill>
                  <a:srgbClr val="52484A"/>
                </a:solidFill>
              </a:rPr>
              <a:t>실시간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모니터링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웹뷰어</a:t>
            </a:r>
            <a:endParaRPr lang="en-US" altLang="ko-KR" sz="1133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33" dirty="0" err="1">
                <a:solidFill>
                  <a:srgbClr val="52484A"/>
                </a:solidFill>
              </a:rPr>
              <a:t>이상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발열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알람</a:t>
            </a:r>
            <a:r>
              <a:rPr lang="en-US" altLang="ko-KR" sz="1133" dirty="0">
                <a:solidFill>
                  <a:srgbClr val="52484A"/>
                </a:solidFill>
              </a:rPr>
              <a:t> + </a:t>
            </a:r>
            <a:r>
              <a:rPr lang="en-US" altLang="ko-KR" sz="1133" dirty="0" err="1">
                <a:solidFill>
                  <a:srgbClr val="52484A"/>
                </a:solidFill>
              </a:rPr>
              <a:t>기록</a:t>
            </a:r>
            <a:r>
              <a:rPr lang="en-US" altLang="ko-KR" sz="1133" dirty="0">
                <a:solidFill>
                  <a:srgbClr val="52484A"/>
                </a:solidFill>
              </a:rPr>
              <a:t> DB</a:t>
            </a:r>
            <a:endParaRPr lang="en-US" altLang="ko-KR" sz="1133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33" dirty="0" err="1">
                <a:solidFill>
                  <a:srgbClr val="52484A"/>
                </a:solidFill>
              </a:rPr>
              <a:t>데이터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수집</a:t>
            </a:r>
            <a:r>
              <a:rPr lang="en-US" altLang="ko-KR" sz="1133" dirty="0">
                <a:solidFill>
                  <a:srgbClr val="52484A"/>
                </a:solidFill>
              </a:rPr>
              <a:t> · </a:t>
            </a:r>
            <a:r>
              <a:rPr lang="en-US" altLang="ko-KR" sz="1133" dirty="0" err="1">
                <a:solidFill>
                  <a:srgbClr val="52484A"/>
                </a:solidFill>
              </a:rPr>
              <a:t>학습</a:t>
            </a:r>
            <a:r>
              <a:rPr lang="en-US" altLang="ko-KR" sz="1133" dirty="0">
                <a:solidFill>
                  <a:srgbClr val="52484A"/>
                </a:solidFill>
              </a:rPr>
              <a:t> · </a:t>
            </a:r>
            <a:r>
              <a:rPr lang="en-US" altLang="ko-KR" sz="1133" dirty="0" err="1">
                <a:solidFill>
                  <a:srgbClr val="52484A"/>
                </a:solidFill>
              </a:rPr>
              <a:t>튜닝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포함</a:t>
            </a:r>
            <a:endParaRPr lang="en-US" altLang="ko-KR" sz="1133" dirty="0"/>
          </a:p>
        </p:txBody>
      </p:sp>
      <p:sp>
        <p:nvSpPr>
          <p:cNvPr id="30" name="Text 28"/>
          <p:cNvSpPr/>
          <p:nvPr/>
        </p:nvSpPr>
        <p:spPr>
          <a:xfrm>
            <a:off x="1072896" y="2764028"/>
            <a:ext cx="287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33" dirty="0"/>
          </a:p>
        </p:txBody>
      </p:sp>
      <p:sp>
        <p:nvSpPr>
          <p:cNvPr id="33" name="Text 31"/>
          <p:cNvSpPr/>
          <p:nvPr/>
        </p:nvSpPr>
        <p:spPr>
          <a:xfrm>
            <a:off x="1072896" y="3227324"/>
            <a:ext cx="287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33" dirty="0"/>
          </a:p>
        </p:txBody>
      </p:sp>
      <p:sp>
        <p:nvSpPr>
          <p:cNvPr id="36" name="Text 34"/>
          <p:cNvSpPr/>
          <p:nvPr/>
        </p:nvSpPr>
        <p:spPr>
          <a:xfrm>
            <a:off x="1072896" y="3690620"/>
            <a:ext cx="287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33" dirty="0"/>
          </a:p>
        </p:txBody>
      </p:sp>
      <p:sp>
        <p:nvSpPr>
          <p:cNvPr id="39" name="Text 37"/>
          <p:cNvSpPr/>
          <p:nvPr/>
        </p:nvSpPr>
        <p:spPr>
          <a:xfrm>
            <a:off x="4974336" y="1996266"/>
            <a:ext cx="287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33" dirty="0"/>
          </a:p>
        </p:txBody>
      </p:sp>
      <p:sp>
        <p:nvSpPr>
          <p:cNvPr id="43" name="Shape 41"/>
          <p:cNvSpPr/>
          <p:nvPr/>
        </p:nvSpPr>
        <p:spPr>
          <a:xfrm>
            <a:off x="4242816" y="1886204"/>
            <a:ext cx="3755136" cy="2097024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44" name="Shape 42"/>
          <p:cNvSpPr/>
          <p:nvPr/>
        </p:nvSpPr>
        <p:spPr>
          <a:xfrm>
            <a:off x="4242816" y="1886204"/>
            <a:ext cx="3755136" cy="341376"/>
          </a:xfrm>
          <a:prstGeom prst="rect">
            <a:avLst/>
          </a:prstGeom>
          <a:solidFill>
            <a:srgbClr val="E4F5F2"/>
          </a:solidFill>
          <a:ln w="12700">
            <a:solidFill>
              <a:srgbClr val="E4F5F2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Text 43"/>
          <p:cNvSpPr/>
          <p:nvPr/>
        </p:nvSpPr>
        <p:spPr>
          <a:xfrm>
            <a:off x="4340352" y="1886204"/>
            <a:ext cx="363321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spc="67" dirty="0">
                <a:solidFill>
                  <a:srgbClr val="0A8A7A"/>
                </a:solidFill>
              </a:rPr>
              <a:t>■</a:t>
            </a:r>
            <a:r>
              <a:rPr lang="en-US" sz="1000" b="1" spc="67" dirty="0">
                <a:solidFill>
                  <a:srgbClr val="0A8A7A"/>
                </a:solidFill>
              </a:rPr>
              <a:t>  HW </a:t>
            </a:r>
            <a:r>
              <a:rPr lang="en-US" sz="1000" b="1" spc="67" dirty="0" err="1">
                <a:solidFill>
                  <a:srgbClr val="0A8A7A"/>
                </a:solidFill>
              </a:rPr>
              <a:t>구성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389120" y="2250687"/>
            <a:ext cx="2877312" cy="1732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133" dirty="0">
                <a:solidFill>
                  <a:srgbClr val="52484A"/>
                </a:solidFill>
              </a:rPr>
              <a:t>냉각형 열화상 카메라 (응답 150μs)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33" dirty="0" err="1">
                <a:solidFill>
                  <a:srgbClr val="52484A"/>
                </a:solidFill>
              </a:rPr>
              <a:t>외관검사용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고속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카메라</a:t>
            </a:r>
            <a:endParaRPr lang="en-US" altLang="ko-KR" sz="1133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33" dirty="0" err="1">
                <a:solidFill>
                  <a:srgbClr val="52484A"/>
                </a:solidFill>
              </a:rPr>
              <a:t>로컬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장치</a:t>
            </a:r>
            <a:r>
              <a:rPr lang="en-US" altLang="ko-KR" sz="1133" dirty="0">
                <a:solidFill>
                  <a:srgbClr val="52484A"/>
                </a:solidFill>
              </a:rPr>
              <a:t> &amp; </a:t>
            </a:r>
            <a:r>
              <a:rPr lang="en-US" altLang="ko-KR" sz="1133" dirty="0" err="1">
                <a:solidFill>
                  <a:srgbClr val="52484A"/>
                </a:solidFill>
              </a:rPr>
              <a:t>패널</a:t>
            </a:r>
            <a:r>
              <a:rPr lang="en-US" altLang="ko-KR" sz="1133" dirty="0">
                <a:solidFill>
                  <a:srgbClr val="52484A"/>
                </a:solidFill>
              </a:rPr>
              <a:t> (</a:t>
            </a:r>
            <a:r>
              <a:rPr lang="en-US" altLang="ko-KR" sz="1133" dirty="0" err="1">
                <a:solidFill>
                  <a:srgbClr val="52484A"/>
                </a:solidFill>
              </a:rPr>
              <a:t>함체</a:t>
            </a:r>
            <a:r>
              <a:rPr lang="en-US" altLang="ko-KR" sz="1133" dirty="0">
                <a:solidFill>
                  <a:srgbClr val="52484A"/>
                </a:solidFill>
              </a:rPr>
              <a:t> · </a:t>
            </a:r>
            <a:r>
              <a:rPr lang="en-US" altLang="ko-KR" sz="1133" dirty="0" err="1">
                <a:solidFill>
                  <a:srgbClr val="52484A"/>
                </a:solidFill>
              </a:rPr>
              <a:t>워셔</a:t>
            </a:r>
            <a:r>
              <a:rPr lang="en-US" altLang="ko-KR" sz="1133" dirty="0">
                <a:solidFill>
                  <a:srgbClr val="52484A"/>
                </a:solidFill>
              </a:rPr>
              <a:t> · </a:t>
            </a:r>
            <a:r>
              <a:rPr lang="en-US" altLang="ko-KR" sz="1133" dirty="0" err="1">
                <a:solidFill>
                  <a:srgbClr val="52484A"/>
                </a:solidFill>
              </a:rPr>
              <a:t>냉각</a:t>
            </a:r>
            <a:r>
              <a:rPr lang="en-US" altLang="ko-KR" sz="1133" dirty="0">
                <a:solidFill>
                  <a:srgbClr val="52484A"/>
                </a:solidFill>
              </a:rPr>
              <a:t>)</a:t>
            </a:r>
            <a:endParaRPr lang="en-US" altLang="ko-KR" sz="1133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33" dirty="0" err="1">
                <a:solidFill>
                  <a:srgbClr val="52484A"/>
                </a:solidFill>
              </a:rPr>
              <a:t>열차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인식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모듈</a:t>
            </a:r>
            <a:r>
              <a:rPr lang="en-US" altLang="ko-KR" sz="1133" dirty="0">
                <a:solidFill>
                  <a:srgbClr val="52484A"/>
                </a:solidFill>
              </a:rPr>
              <a:t> (RFID or </a:t>
            </a:r>
            <a:r>
              <a:rPr lang="en-US" altLang="ko-KR" sz="1133" dirty="0" err="1">
                <a:solidFill>
                  <a:srgbClr val="52484A"/>
                </a:solidFill>
              </a:rPr>
              <a:t>카메라</a:t>
            </a:r>
            <a:r>
              <a:rPr lang="en-US" altLang="ko-KR" sz="1133" dirty="0">
                <a:solidFill>
                  <a:srgbClr val="52484A"/>
                </a:solidFill>
              </a:rPr>
              <a:t>)</a:t>
            </a:r>
            <a:endParaRPr lang="en-US" altLang="ko-KR" sz="1133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33" dirty="0">
                <a:solidFill>
                  <a:srgbClr val="52484A"/>
                </a:solidFill>
              </a:rPr>
              <a:t>DB </a:t>
            </a:r>
            <a:r>
              <a:rPr lang="en-US" altLang="ko-KR" sz="1133" dirty="0" err="1">
                <a:solidFill>
                  <a:srgbClr val="52484A"/>
                </a:solidFill>
              </a:rPr>
              <a:t>서버</a:t>
            </a:r>
            <a:r>
              <a:rPr lang="en-US" altLang="ko-KR" sz="1133" dirty="0">
                <a:solidFill>
                  <a:srgbClr val="52484A"/>
                </a:solidFill>
              </a:rPr>
              <a:t> (</a:t>
            </a:r>
            <a:r>
              <a:rPr lang="en-US" altLang="ko-KR" sz="1133" dirty="0" err="1">
                <a:solidFill>
                  <a:srgbClr val="52484A"/>
                </a:solidFill>
              </a:rPr>
              <a:t>현장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로컬</a:t>
            </a:r>
            <a:r>
              <a:rPr lang="en-US" altLang="ko-KR" sz="1133" dirty="0">
                <a:solidFill>
                  <a:srgbClr val="52484A"/>
                </a:solidFill>
              </a:rPr>
              <a:t>)</a:t>
            </a:r>
            <a:endParaRPr lang="en-US" altLang="ko-KR" sz="1133" dirty="0"/>
          </a:p>
        </p:txBody>
      </p:sp>
      <p:sp>
        <p:nvSpPr>
          <p:cNvPr id="51" name="Text 49"/>
          <p:cNvSpPr/>
          <p:nvPr/>
        </p:nvSpPr>
        <p:spPr>
          <a:xfrm>
            <a:off x="4974336" y="2764028"/>
            <a:ext cx="287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33" dirty="0"/>
          </a:p>
        </p:txBody>
      </p:sp>
      <p:sp>
        <p:nvSpPr>
          <p:cNvPr id="54" name="Text 52"/>
          <p:cNvSpPr/>
          <p:nvPr/>
        </p:nvSpPr>
        <p:spPr>
          <a:xfrm>
            <a:off x="4974336" y="3227324"/>
            <a:ext cx="287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33" dirty="0"/>
          </a:p>
        </p:txBody>
      </p:sp>
      <p:sp>
        <p:nvSpPr>
          <p:cNvPr id="60" name="Text 58"/>
          <p:cNvSpPr/>
          <p:nvPr/>
        </p:nvSpPr>
        <p:spPr>
          <a:xfrm>
            <a:off x="1072896" y="6413166"/>
            <a:ext cx="287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33" dirty="0"/>
          </a:p>
        </p:txBody>
      </p:sp>
      <p:sp>
        <p:nvSpPr>
          <p:cNvPr id="63" name="Text 61"/>
          <p:cNvSpPr/>
          <p:nvPr/>
        </p:nvSpPr>
        <p:spPr>
          <a:xfrm>
            <a:off x="1072896" y="6876462"/>
            <a:ext cx="287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33" dirty="0"/>
          </a:p>
        </p:txBody>
      </p:sp>
      <p:sp>
        <p:nvSpPr>
          <p:cNvPr id="64" name="Shape 62"/>
          <p:cNvSpPr/>
          <p:nvPr/>
        </p:nvSpPr>
        <p:spPr>
          <a:xfrm>
            <a:off x="8144256" y="1886204"/>
            <a:ext cx="3755136" cy="2097024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Shape 63"/>
          <p:cNvSpPr/>
          <p:nvPr/>
        </p:nvSpPr>
        <p:spPr>
          <a:xfrm>
            <a:off x="8144256" y="1886204"/>
            <a:ext cx="3755136" cy="341376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ko-KR" altLang="en-US" sz="2400" dirty="0"/>
          </a:p>
        </p:txBody>
      </p:sp>
      <p:sp>
        <p:nvSpPr>
          <p:cNvPr id="66" name="Text 64"/>
          <p:cNvSpPr/>
          <p:nvPr/>
        </p:nvSpPr>
        <p:spPr>
          <a:xfrm>
            <a:off x="8241792" y="1886204"/>
            <a:ext cx="363321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spc="67" dirty="0">
                <a:solidFill>
                  <a:srgbClr val="1A5FAA"/>
                </a:solidFill>
              </a:rPr>
              <a:t>■</a:t>
            </a:r>
            <a:r>
              <a:rPr lang="en-US" sz="1000" b="1" spc="67" dirty="0">
                <a:solidFill>
                  <a:srgbClr val="1A5FAA"/>
                </a:solidFill>
              </a:rPr>
              <a:t>  납기 구조 (약 4개월)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8217408" y="2300732"/>
            <a:ext cx="609600" cy="292608"/>
          </a:xfrm>
          <a:prstGeom prst="rect">
            <a:avLst/>
          </a:prstGeom>
          <a:solidFill>
            <a:srgbClr val="EAF2FB"/>
          </a:solidFill>
          <a:ln w="6350">
            <a:solidFill>
              <a:srgbClr val="1A5FA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8" name="Text 66"/>
          <p:cNvSpPr/>
          <p:nvPr/>
        </p:nvSpPr>
        <p:spPr>
          <a:xfrm>
            <a:off x="8217408" y="2300732"/>
            <a:ext cx="60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7" b="1" dirty="0">
                <a:solidFill>
                  <a:srgbClr val="1A5FAA"/>
                </a:solidFill>
              </a:rPr>
              <a:t>1단계</a:t>
            </a:r>
            <a:endParaRPr lang="en-US" sz="867" dirty="0"/>
          </a:p>
        </p:txBody>
      </p:sp>
      <p:sp>
        <p:nvSpPr>
          <p:cNvPr id="69" name="Text 67"/>
          <p:cNvSpPr/>
          <p:nvPr/>
        </p:nvSpPr>
        <p:spPr>
          <a:xfrm>
            <a:off x="8875776" y="2300732"/>
            <a:ext cx="287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52484A"/>
                </a:solidFill>
              </a:rPr>
              <a:t>부품 수급 및 제작</a:t>
            </a:r>
            <a:endParaRPr lang="en-US" sz="1133" dirty="0"/>
          </a:p>
        </p:txBody>
      </p:sp>
      <p:sp>
        <p:nvSpPr>
          <p:cNvPr id="70" name="Shape 68"/>
          <p:cNvSpPr/>
          <p:nvPr/>
        </p:nvSpPr>
        <p:spPr>
          <a:xfrm>
            <a:off x="8217408" y="2764028"/>
            <a:ext cx="609600" cy="292608"/>
          </a:xfrm>
          <a:prstGeom prst="rect">
            <a:avLst/>
          </a:prstGeom>
          <a:solidFill>
            <a:srgbClr val="EAF2FB"/>
          </a:solidFill>
          <a:ln w="6350">
            <a:solidFill>
              <a:srgbClr val="1A5FA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1" name="Text 69"/>
          <p:cNvSpPr/>
          <p:nvPr/>
        </p:nvSpPr>
        <p:spPr>
          <a:xfrm>
            <a:off x="8217408" y="2764028"/>
            <a:ext cx="60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7" b="1" dirty="0">
                <a:solidFill>
                  <a:srgbClr val="1A5FAA"/>
                </a:solidFill>
              </a:rPr>
              <a:t>2단계</a:t>
            </a:r>
            <a:endParaRPr lang="en-US" sz="867" dirty="0"/>
          </a:p>
        </p:txBody>
      </p:sp>
      <p:sp>
        <p:nvSpPr>
          <p:cNvPr id="72" name="Text 70"/>
          <p:cNvSpPr/>
          <p:nvPr/>
        </p:nvSpPr>
        <p:spPr>
          <a:xfrm>
            <a:off x="8875776" y="2764028"/>
            <a:ext cx="287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52484A"/>
                </a:solidFill>
              </a:rPr>
              <a:t>장비 설치 후 데이터 수집</a:t>
            </a:r>
            <a:endParaRPr lang="en-US" sz="1133" dirty="0"/>
          </a:p>
        </p:txBody>
      </p:sp>
      <p:sp>
        <p:nvSpPr>
          <p:cNvPr id="73" name="Shape 71"/>
          <p:cNvSpPr/>
          <p:nvPr/>
        </p:nvSpPr>
        <p:spPr>
          <a:xfrm>
            <a:off x="8217408" y="3227324"/>
            <a:ext cx="609600" cy="292608"/>
          </a:xfrm>
          <a:prstGeom prst="rect">
            <a:avLst/>
          </a:prstGeom>
          <a:solidFill>
            <a:srgbClr val="EAF2FB"/>
          </a:solidFill>
          <a:ln w="6350">
            <a:solidFill>
              <a:srgbClr val="1A5FA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4" name="Text 72"/>
          <p:cNvSpPr/>
          <p:nvPr/>
        </p:nvSpPr>
        <p:spPr>
          <a:xfrm>
            <a:off x="8217408" y="3227324"/>
            <a:ext cx="60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7" b="1" dirty="0">
                <a:solidFill>
                  <a:srgbClr val="1A5FAA"/>
                </a:solidFill>
              </a:rPr>
              <a:t>3단계</a:t>
            </a:r>
            <a:endParaRPr lang="en-US" sz="867" dirty="0"/>
          </a:p>
        </p:txBody>
      </p:sp>
      <p:sp>
        <p:nvSpPr>
          <p:cNvPr id="75" name="Text 73"/>
          <p:cNvSpPr/>
          <p:nvPr/>
        </p:nvSpPr>
        <p:spPr>
          <a:xfrm>
            <a:off x="8875776" y="3227324"/>
            <a:ext cx="287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52484A"/>
                </a:solidFill>
              </a:rPr>
              <a:t>AI 학습 · 커스터마이즈 · 튜닝</a:t>
            </a:r>
            <a:endParaRPr lang="en-US" sz="1133" dirty="0"/>
          </a:p>
        </p:txBody>
      </p:sp>
      <p:sp>
        <p:nvSpPr>
          <p:cNvPr id="77" name="Text 75"/>
          <p:cNvSpPr/>
          <p:nvPr/>
        </p:nvSpPr>
        <p:spPr>
          <a:xfrm>
            <a:off x="8241792" y="3555492"/>
            <a:ext cx="363321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67" dirty="0">
                <a:solidFill>
                  <a:srgbClr val="52484A"/>
                </a:solidFill>
              </a:rPr>
              <a:t>※ </a:t>
            </a:r>
            <a:r>
              <a:rPr lang="en-US" sz="1067" dirty="0" err="1">
                <a:solidFill>
                  <a:srgbClr val="52484A"/>
                </a:solidFill>
              </a:rPr>
              <a:t>열차</a:t>
            </a:r>
            <a:r>
              <a:rPr lang="ko-KR" altLang="en-US" sz="1067" dirty="0">
                <a:solidFill>
                  <a:srgbClr val="52484A"/>
                </a:solidFill>
              </a:rPr>
              <a:t>의</a:t>
            </a:r>
            <a:r>
              <a:rPr lang="en-US" sz="1067" dirty="0">
                <a:solidFill>
                  <a:srgbClr val="52484A"/>
                </a:solidFill>
              </a:rPr>
              <a:t> 차종 및 현장 </a:t>
            </a:r>
            <a:r>
              <a:rPr lang="en-US" sz="1067" dirty="0" err="1">
                <a:solidFill>
                  <a:srgbClr val="52484A"/>
                </a:solidFill>
              </a:rPr>
              <a:t>구동</a:t>
            </a:r>
            <a:r>
              <a:rPr lang="en-US" sz="1067" dirty="0">
                <a:solidFill>
                  <a:srgbClr val="52484A"/>
                </a:solidFill>
              </a:rPr>
              <a:t> </a:t>
            </a:r>
            <a:r>
              <a:rPr lang="en-US" sz="1067" dirty="0" err="1">
                <a:solidFill>
                  <a:srgbClr val="52484A"/>
                </a:solidFill>
              </a:rPr>
              <a:t>환경이</a:t>
            </a:r>
            <a:r>
              <a:rPr lang="en-US" sz="1067" dirty="0"/>
              <a:t> </a:t>
            </a:r>
            <a:r>
              <a:rPr lang="ko-KR" altLang="en-US" sz="1067" dirty="0"/>
              <a:t>매 </a:t>
            </a:r>
            <a:r>
              <a:rPr lang="en-US" sz="1067" dirty="0" err="1">
                <a:solidFill>
                  <a:srgbClr val="52484A"/>
                </a:solidFill>
              </a:rPr>
              <a:t>건마다</a:t>
            </a:r>
            <a:r>
              <a:rPr lang="en-US" sz="1067" dirty="0">
                <a:solidFill>
                  <a:srgbClr val="52484A"/>
                </a:solidFill>
              </a:rPr>
              <a:t> 달라, </a:t>
            </a:r>
            <a:r>
              <a:rPr lang="en-US" sz="1067" dirty="0" err="1">
                <a:solidFill>
                  <a:srgbClr val="52484A"/>
                </a:solidFill>
              </a:rPr>
              <a:t>데이터</a:t>
            </a:r>
            <a:r>
              <a:rPr lang="en-US" sz="1067" dirty="0">
                <a:solidFill>
                  <a:srgbClr val="52484A"/>
                </a:solidFill>
              </a:rPr>
              <a:t> </a:t>
            </a:r>
            <a:r>
              <a:rPr lang="en-US" sz="1067" dirty="0" err="1">
                <a:solidFill>
                  <a:srgbClr val="52484A"/>
                </a:solidFill>
              </a:rPr>
              <a:t>재수집과</a:t>
            </a:r>
            <a:r>
              <a:rPr lang="en-US" sz="1067" dirty="0"/>
              <a:t> </a:t>
            </a:r>
            <a:r>
              <a:rPr lang="en-US" sz="1067" dirty="0" err="1">
                <a:solidFill>
                  <a:srgbClr val="52484A"/>
                </a:solidFill>
              </a:rPr>
              <a:t>튜닝</a:t>
            </a:r>
            <a:r>
              <a:rPr lang="en-US" sz="1067" dirty="0">
                <a:solidFill>
                  <a:srgbClr val="52484A"/>
                </a:solidFill>
              </a:rPr>
              <a:t> 기간이 반드시 발생함.</a:t>
            </a:r>
            <a:endParaRPr lang="en-US" sz="1067" dirty="0"/>
          </a:p>
        </p:txBody>
      </p:sp>
      <p:sp>
        <p:nvSpPr>
          <p:cNvPr id="78" name="Shape 76"/>
          <p:cNvSpPr/>
          <p:nvPr/>
        </p:nvSpPr>
        <p:spPr>
          <a:xfrm>
            <a:off x="0" y="6066202"/>
            <a:ext cx="12192000" cy="78570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9" name="Text 77"/>
          <p:cNvSpPr/>
          <p:nvPr/>
        </p:nvSpPr>
        <p:spPr>
          <a:xfrm>
            <a:off x="365760" y="6056884"/>
            <a:ext cx="17068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70C8B0"/>
                </a:solidFill>
              </a:rPr>
              <a:t>※</a:t>
            </a:r>
            <a:r>
              <a:rPr lang="en-US" sz="1000" b="1" dirty="0">
                <a:solidFill>
                  <a:srgbClr val="70C8B0"/>
                </a:solidFill>
              </a:rPr>
              <a:t>  워런티 정책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365760" y="6287516"/>
            <a:ext cx="560832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chemeClr val="bg1">
                    <a:lumMod val="95000"/>
                  </a:schemeClr>
                </a:solidFill>
              </a:rPr>
              <a:t>·  운용 개시 시점부터 1년 무상 대응</a:t>
            </a:r>
          </a:p>
        </p:txBody>
      </p:sp>
      <p:sp>
        <p:nvSpPr>
          <p:cNvPr id="81" name="Text 79"/>
          <p:cNvSpPr/>
          <p:nvPr/>
        </p:nvSpPr>
        <p:spPr>
          <a:xfrm>
            <a:off x="365760" y="6482588"/>
            <a:ext cx="560832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chemeClr val="bg1">
                    <a:lumMod val="95000"/>
                  </a:schemeClr>
                </a:solidFill>
              </a:rPr>
              <a:t>·  만료 후 </a:t>
            </a:r>
            <a:r>
              <a:rPr lang="en-US" altLang="ko-KR" sz="933" dirty="0" err="1">
                <a:solidFill>
                  <a:schemeClr val="bg1">
                    <a:lumMod val="95000"/>
                  </a:schemeClr>
                </a:solidFill>
              </a:rPr>
              <a:t>이슈</a:t>
            </a:r>
            <a:r>
              <a:rPr lang="en-US" altLang="ko-KR" sz="933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ko-KR" sz="933" dirty="0" err="1">
                <a:solidFill>
                  <a:schemeClr val="bg1">
                    <a:lumMod val="95000"/>
                  </a:schemeClr>
                </a:solidFill>
              </a:rPr>
              <a:t>발생</a:t>
            </a:r>
            <a:r>
              <a:rPr lang="en-US" altLang="ko-KR" sz="933" dirty="0">
                <a:solidFill>
                  <a:schemeClr val="bg1">
                    <a:lumMod val="95000"/>
                  </a:schemeClr>
                </a:solidFill>
              </a:rPr>
              <a:t> 시 </a:t>
            </a:r>
            <a:r>
              <a:rPr lang="en-US" altLang="ko-KR" sz="933" dirty="0" err="1">
                <a:solidFill>
                  <a:schemeClr val="bg1">
                    <a:lumMod val="95000"/>
                  </a:schemeClr>
                </a:solidFill>
              </a:rPr>
              <a:t>실비</a:t>
            </a:r>
            <a:r>
              <a:rPr lang="en-US" altLang="ko-KR" sz="933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ko-KR" sz="933" dirty="0" err="1">
                <a:solidFill>
                  <a:schemeClr val="bg1">
                    <a:lumMod val="95000"/>
                  </a:schemeClr>
                </a:solidFill>
              </a:rPr>
              <a:t>청구</a:t>
            </a:r>
            <a:endParaRPr lang="en-US" sz="933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3" name="Shape 81"/>
          <p:cNvSpPr/>
          <p:nvPr/>
        </p:nvSpPr>
        <p:spPr>
          <a:xfrm>
            <a:off x="6217920" y="6221476"/>
            <a:ext cx="12192" cy="540000"/>
          </a:xfrm>
          <a:prstGeom prst="rect">
            <a:avLst/>
          </a:prstGeom>
          <a:solidFill>
            <a:srgbClr val="2E4460"/>
          </a:solidFill>
          <a:ln w="12700">
            <a:solidFill>
              <a:srgbClr val="2E446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4" name="Text 82"/>
          <p:cNvSpPr/>
          <p:nvPr/>
        </p:nvSpPr>
        <p:spPr>
          <a:xfrm>
            <a:off x="6364224" y="6056884"/>
            <a:ext cx="1828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70C8B0"/>
                </a:solidFill>
              </a:rPr>
              <a:t>※</a:t>
            </a:r>
            <a:r>
              <a:rPr lang="en-US" sz="1000" b="1" dirty="0">
                <a:solidFill>
                  <a:srgbClr val="70C8B0"/>
                </a:solidFill>
              </a:rPr>
              <a:t>  결제 조건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6364224" y="6287516"/>
            <a:ext cx="36576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chemeClr val="bg1">
                    <a:lumMod val="95000"/>
                  </a:schemeClr>
                </a:solidFill>
              </a:rPr>
              <a:t>·  계약 시 50%</a:t>
            </a:r>
          </a:p>
        </p:txBody>
      </p:sp>
      <p:sp>
        <p:nvSpPr>
          <p:cNvPr id="86" name="Text 84"/>
          <p:cNvSpPr/>
          <p:nvPr/>
        </p:nvSpPr>
        <p:spPr>
          <a:xfrm>
            <a:off x="6364224" y="6482588"/>
            <a:ext cx="36576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chemeClr val="bg1">
                    <a:lumMod val="95000"/>
                  </a:schemeClr>
                </a:solidFill>
              </a:rPr>
              <a:t>·  선적 / 출하 전 30%</a:t>
            </a:r>
          </a:p>
        </p:txBody>
      </p:sp>
      <p:sp>
        <p:nvSpPr>
          <p:cNvPr id="87" name="Text 85"/>
          <p:cNvSpPr/>
          <p:nvPr/>
        </p:nvSpPr>
        <p:spPr>
          <a:xfrm>
            <a:off x="6364224" y="6677660"/>
            <a:ext cx="36576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chemeClr val="bg1">
                    <a:lumMod val="95000"/>
                  </a:schemeClr>
                </a:solidFill>
              </a:rPr>
              <a:t>·  납품 완료 후 20%</a:t>
            </a:r>
          </a:p>
        </p:txBody>
      </p:sp>
      <p:sp>
        <p:nvSpPr>
          <p:cNvPr id="88" name="Text 86"/>
          <p:cNvSpPr/>
          <p:nvPr/>
        </p:nvSpPr>
        <p:spPr>
          <a:xfrm>
            <a:off x="9753600" y="6352540"/>
            <a:ext cx="229209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b="1" i="1" dirty="0">
                <a:solidFill>
                  <a:srgbClr val="FF0000"/>
                </a:solidFill>
              </a:rPr>
              <a:t>해외 수출 기본 조건: FOB KOREA</a:t>
            </a:r>
            <a:endParaRPr lang="en-US" sz="1000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CE3A10-6AED-F296-5C58-F7A8859C9262}"/>
              </a:ext>
            </a:extLst>
          </p:cNvPr>
          <p:cNvSpPr txBox="1"/>
          <p:nvPr/>
        </p:nvSpPr>
        <p:spPr>
          <a:xfrm>
            <a:off x="1014476" y="4491326"/>
            <a:ext cx="3430415" cy="1211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en-US" sz="1400" b="1" dirty="0"/>
              <a:t>현행 방식 </a:t>
            </a:r>
            <a:r>
              <a:rPr lang="en-US" altLang="ko-KR" sz="1400" b="1" dirty="0"/>
              <a:t>(</a:t>
            </a:r>
            <a:r>
              <a:rPr lang="ko-KR" altLang="en-US" sz="1400" b="1" dirty="0" err="1"/>
              <a:t>코레일</a:t>
            </a:r>
            <a:r>
              <a:rPr lang="ko-KR" altLang="en-US" sz="1400" b="1" dirty="0"/>
              <a:t> </a:t>
            </a:r>
            <a:r>
              <a:rPr lang="ko-KR" altLang="en-US" sz="1400" b="1" dirty="0" err="1"/>
              <a:t>일상검수</a:t>
            </a:r>
            <a:r>
              <a:rPr lang="ko-KR" altLang="en-US" sz="1400" b="1" dirty="0"/>
              <a:t> 기준 예시</a:t>
            </a:r>
            <a:r>
              <a:rPr lang="en-US" altLang="ko-KR" sz="1400" b="1" dirty="0"/>
              <a:t>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 err="1"/>
              <a:t>일상검수</a:t>
            </a:r>
            <a:r>
              <a:rPr lang="en-US" altLang="ko-KR" sz="1200" dirty="0"/>
              <a:t>: 3</a:t>
            </a:r>
            <a:r>
              <a:rPr lang="ko-KR" altLang="en-US" sz="1200" dirty="0"/>
              <a:t>일 주기 </a:t>
            </a:r>
            <a:r>
              <a:rPr lang="en-US" altLang="ko-KR" sz="1200" dirty="0"/>
              <a:t>/ 4</a:t>
            </a:r>
            <a:r>
              <a:rPr lang="ko-KR" altLang="en-US" sz="1200" dirty="0"/>
              <a:t>시간 </a:t>
            </a:r>
            <a:r>
              <a:rPr lang="en-US" altLang="ko-KR" sz="1200" dirty="0"/>
              <a:t>/ 4</a:t>
            </a:r>
            <a:r>
              <a:rPr lang="ko-KR" altLang="en-US" sz="1200" dirty="0"/>
              <a:t>명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기존 투입 공수</a:t>
            </a:r>
            <a:r>
              <a:rPr lang="en-US" altLang="ko-KR" sz="1200" dirty="0"/>
              <a:t>: 4h × 4</a:t>
            </a:r>
            <a:r>
              <a:rPr lang="ko-KR" altLang="en-US" sz="1200" dirty="0"/>
              <a:t>명 </a:t>
            </a:r>
            <a:r>
              <a:rPr lang="en-US" altLang="ko-KR" sz="1200" dirty="0"/>
              <a:t>= </a:t>
            </a:r>
            <a:r>
              <a:rPr lang="en-US" altLang="ko-KR" sz="1200" b="1" dirty="0"/>
              <a:t>16 </a:t>
            </a:r>
            <a:r>
              <a:rPr lang="ko-KR" altLang="en-US" sz="1200" b="1" dirty="0"/>
              <a:t>인시</a:t>
            </a:r>
            <a:r>
              <a:rPr lang="en-US" altLang="ko-KR" sz="1200" b="1" dirty="0"/>
              <a:t>/</a:t>
            </a:r>
            <a:r>
              <a:rPr lang="ko-KR" altLang="en-US" sz="1200" b="1" dirty="0"/>
              <a:t>회</a:t>
            </a:r>
            <a:endParaRPr lang="ko-KR" altLang="en-US" sz="12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연간 횟수</a:t>
            </a:r>
            <a:r>
              <a:rPr lang="en-US" altLang="ko-KR" sz="1200" dirty="0"/>
              <a:t>: 365/3 ≈ </a:t>
            </a:r>
            <a:r>
              <a:rPr lang="en-US" altLang="ko-KR" sz="1200" b="1" dirty="0"/>
              <a:t>122</a:t>
            </a:r>
            <a:r>
              <a:rPr lang="ko-KR" altLang="en-US" sz="1200" b="1" dirty="0"/>
              <a:t>회</a:t>
            </a:r>
            <a:r>
              <a:rPr lang="en-US" altLang="ko-KR" sz="1200" b="1" dirty="0"/>
              <a:t>/</a:t>
            </a:r>
            <a:r>
              <a:rPr lang="ko-KR" altLang="en-US" sz="1200" b="1" dirty="0"/>
              <a:t>년</a:t>
            </a:r>
            <a:endParaRPr lang="ko-KR" altLang="en-US" sz="12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B1C4EB7-53F9-C965-C949-B06402A28467}"/>
              </a:ext>
            </a:extLst>
          </p:cNvPr>
          <p:cNvSpPr txBox="1"/>
          <p:nvPr/>
        </p:nvSpPr>
        <p:spPr>
          <a:xfrm>
            <a:off x="5308600" y="4684994"/>
            <a:ext cx="1564640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400" b="1" dirty="0"/>
              <a:t>본 솔루션 적용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0331FE9-CD57-B80E-D470-EC813F04E8F9}"/>
              </a:ext>
            </a:extLst>
          </p:cNvPr>
          <p:cNvSpPr txBox="1"/>
          <p:nvPr/>
        </p:nvSpPr>
        <p:spPr>
          <a:xfrm>
            <a:off x="7708700" y="4451544"/>
            <a:ext cx="3625288" cy="6580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en-US" sz="1400" b="1" dirty="0"/>
              <a:t>기대 절감 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시나리오</a:t>
            </a:r>
            <a:r>
              <a:rPr lang="en-US" altLang="ko-KR" sz="1400" b="1" dirty="0"/>
              <a:t>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16 → 2 </a:t>
            </a:r>
            <a:r>
              <a:rPr lang="ko-KR" altLang="en-US" sz="1200" b="1" dirty="0"/>
              <a:t>인시</a:t>
            </a:r>
            <a:r>
              <a:rPr lang="ko-KR" altLang="en-US" sz="1200" dirty="0"/>
              <a:t> </a:t>
            </a:r>
            <a:r>
              <a:rPr lang="en-US" altLang="ko-KR" sz="1200" dirty="0"/>
              <a:t>(−14 </a:t>
            </a:r>
            <a:r>
              <a:rPr lang="ko-KR" altLang="en-US" sz="1200" dirty="0"/>
              <a:t>인시</a:t>
            </a:r>
            <a:r>
              <a:rPr lang="en-US" altLang="ko-KR" sz="1200" dirty="0"/>
              <a:t>/</a:t>
            </a:r>
            <a:r>
              <a:rPr lang="ko-KR" altLang="en-US" sz="1200" dirty="0"/>
              <a:t>회</a:t>
            </a:r>
            <a:r>
              <a:rPr lang="en-US" altLang="ko-KR" sz="1200" dirty="0"/>
              <a:t>, </a:t>
            </a:r>
            <a:r>
              <a:rPr lang="ko-KR" altLang="en-US" sz="1200" b="1" dirty="0"/>
              <a:t>−</a:t>
            </a:r>
            <a:r>
              <a:rPr lang="en-US" altLang="ko-KR" sz="1200" b="1" dirty="0"/>
              <a:t>87.5%</a:t>
            </a:r>
            <a:r>
              <a:rPr lang="en-US" altLang="ko-KR" sz="1200" dirty="0"/>
              <a:t>)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5C21830-5F45-4D52-D41E-98E7834D9EC5}"/>
              </a:ext>
            </a:extLst>
          </p:cNvPr>
          <p:cNvSpPr txBox="1"/>
          <p:nvPr/>
        </p:nvSpPr>
        <p:spPr>
          <a:xfrm>
            <a:off x="4152392" y="5042572"/>
            <a:ext cx="3755136" cy="8876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dirty="0"/>
              <a:t>현장 작업을 “전수 </a:t>
            </a:r>
            <a:r>
              <a:rPr lang="ko-KR" altLang="en-US" sz="1200" dirty="0" err="1"/>
              <a:t>점검”이</a:t>
            </a:r>
            <a:r>
              <a:rPr lang="ko-KR" altLang="en-US" sz="1200" dirty="0"/>
              <a:t> 아닌 </a:t>
            </a:r>
            <a:br>
              <a:rPr lang="en-US" altLang="ko-KR" sz="1200" dirty="0"/>
            </a:br>
            <a:r>
              <a:rPr lang="ko-KR" altLang="en-US" sz="1200" b="1" dirty="0"/>
              <a:t>예외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알람</a:t>
            </a:r>
            <a:r>
              <a:rPr lang="en-US" altLang="ko-KR" sz="1200" b="1" dirty="0"/>
              <a:t>) </a:t>
            </a:r>
            <a:r>
              <a:rPr lang="ko-KR" altLang="en-US" sz="1200" b="1" dirty="0"/>
              <a:t>확인 </a:t>
            </a:r>
            <a:r>
              <a:rPr lang="en-US" altLang="ko-KR" sz="1200" b="1" dirty="0"/>
              <a:t>+ </a:t>
            </a:r>
            <a:r>
              <a:rPr lang="ko-KR" altLang="en-US" sz="1200" b="1" dirty="0"/>
              <a:t>필요한 곳만 추가 확인</a:t>
            </a:r>
            <a:endParaRPr lang="en-US" altLang="ko-KR" sz="1200" b="1" dirty="0"/>
          </a:p>
          <a:p>
            <a:pPr algn="ctr">
              <a:lnSpc>
                <a:spcPct val="150000"/>
              </a:lnSpc>
            </a:pPr>
            <a:r>
              <a:rPr lang="ko-KR" altLang="en-US" sz="1200" dirty="0" err="1"/>
              <a:t>으로</a:t>
            </a:r>
            <a:r>
              <a:rPr lang="ko-KR" altLang="en-US" sz="1200" dirty="0"/>
              <a:t> 전환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63732FE-5F50-56CA-E0AA-7774277DE4A8}"/>
              </a:ext>
            </a:extLst>
          </p:cNvPr>
          <p:cNvSpPr txBox="1"/>
          <p:nvPr/>
        </p:nvSpPr>
        <p:spPr>
          <a:xfrm>
            <a:off x="7708700" y="5066090"/>
            <a:ext cx="3730752" cy="61183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연간 절감 인시: 14 × 122 = </a:t>
            </a:r>
            <a:r>
              <a:rPr lang="ko-KR" altLang="ko-KR" sz="1200" b="1" dirty="0">
                <a:solidFill>
                  <a:schemeClr val="tx1"/>
                </a:solidFill>
                <a:latin typeface="Arial" panose="020B0604020202020204" pitchFamily="34" charset="0"/>
              </a:rPr>
              <a:t>1,708 인시/년</a:t>
            </a:r>
            <a:endParaRPr lang="ko-KR" altLang="ko-KR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연간 절감액: 1,708 × 70,000 = </a:t>
            </a:r>
            <a:r>
              <a:rPr lang="ko-KR" altLang="ko-KR" sz="1200" b="1" dirty="0">
                <a:solidFill>
                  <a:srgbClr val="FF0000"/>
                </a:solidFill>
                <a:latin typeface="Arial" panose="020B0604020202020204" pitchFamily="34" charset="0"/>
              </a:rPr>
              <a:t>₩119,560,000 </a:t>
            </a:r>
            <a:r>
              <a:rPr lang="ko-KR" altLang="ko-KR" sz="1200" b="1" dirty="0">
                <a:solidFill>
                  <a:schemeClr val="tx1"/>
                </a:solidFill>
                <a:latin typeface="Arial" panose="020B0604020202020204" pitchFamily="34" charset="0"/>
              </a:rPr>
              <a:t>/ 년</a:t>
            </a:r>
            <a:endParaRPr lang="ko-KR" altLang="ko-KR" sz="12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98" name="Shape 11">
            <a:extLst>
              <a:ext uri="{FF2B5EF4-FFF2-40B4-BE49-F238E27FC236}">
                <a16:creationId xmlns:a16="http://schemas.microsoft.com/office/drawing/2014/main" id="{80FDD9D4-659E-1178-8540-8B6CFFF5A7EF}"/>
              </a:ext>
            </a:extLst>
          </p:cNvPr>
          <p:cNvSpPr/>
          <p:nvPr/>
        </p:nvSpPr>
        <p:spPr>
          <a:xfrm>
            <a:off x="6229858" y="1009396"/>
            <a:ext cx="2748797" cy="7802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99" name="Text 12">
            <a:extLst>
              <a:ext uri="{FF2B5EF4-FFF2-40B4-BE49-F238E27FC236}">
                <a16:creationId xmlns:a16="http://schemas.microsoft.com/office/drawing/2014/main" id="{BD752A0C-A0B7-FD5A-8C78-A5F5A8C6151D}"/>
              </a:ext>
            </a:extLst>
          </p:cNvPr>
          <p:cNvSpPr/>
          <p:nvPr/>
        </p:nvSpPr>
        <p:spPr>
          <a:xfrm>
            <a:off x="6229858" y="1058164"/>
            <a:ext cx="2748797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933" dirty="0">
                <a:solidFill>
                  <a:srgbClr val="C00000"/>
                </a:solidFill>
              </a:rPr>
              <a:t>현장 </a:t>
            </a:r>
            <a:r>
              <a:rPr lang="en-US" sz="933" dirty="0" err="1">
                <a:solidFill>
                  <a:srgbClr val="C00000"/>
                </a:solidFill>
              </a:rPr>
              <a:t>설치비</a:t>
            </a:r>
            <a:endParaRPr lang="en-US" sz="933" dirty="0">
              <a:solidFill>
                <a:srgbClr val="C00000"/>
              </a:solidFill>
            </a:endParaRPr>
          </a:p>
        </p:txBody>
      </p:sp>
      <p:sp>
        <p:nvSpPr>
          <p:cNvPr id="100" name="Text 13">
            <a:extLst>
              <a:ext uri="{FF2B5EF4-FFF2-40B4-BE49-F238E27FC236}">
                <a16:creationId xmlns:a16="http://schemas.microsoft.com/office/drawing/2014/main" id="{6497227C-FE1A-1791-5C18-FB4FE4A17F6E}"/>
              </a:ext>
            </a:extLst>
          </p:cNvPr>
          <p:cNvSpPr/>
          <p:nvPr/>
        </p:nvSpPr>
        <p:spPr>
          <a:xfrm>
            <a:off x="6229858" y="1314196"/>
            <a:ext cx="2748797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5248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별도</a:t>
            </a:r>
            <a:endParaRPr lang="en-US" sz="1733" dirty="0"/>
          </a:p>
        </p:txBody>
      </p:sp>
      <p:sp>
        <p:nvSpPr>
          <p:cNvPr id="101" name="Shape 14">
            <a:extLst>
              <a:ext uri="{FF2B5EF4-FFF2-40B4-BE49-F238E27FC236}">
                <a16:creationId xmlns:a16="http://schemas.microsoft.com/office/drawing/2014/main" id="{5C4330CD-6429-DDA0-D82B-1F29252E0AB2}"/>
              </a:ext>
            </a:extLst>
          </p:cNvPr>
          <p:cNvSpPr/>
          <p:nvPr/>
        </p:nvSpPr>
        <p:spPr>
          <a:xfrm>
            <a:off x="9141714" y="1009396"/>
            <a:ext cx="2748797" cy="7802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102" name="Text 15">
            <a:extLst>
              <a:ext uri="{FF2B5EF4-FFF2-40B4-BE49-F238E27FC236}">
                <a16:creationId xmlns:a16="http://schemas.microsoft.com/office/drawing/2014/main" id="{82A72C97-A684-825A-FAA4-E9FB16F78886}"/>
              </a:ext>
            </a:extLst>
          </p:cNvPr>
          <p:cNvSpPr/>
          <p:nvPr/>
        </p:nvSpPr>
        <p:spPr>
          <a:xfrm>
            <a:off x="9141714" y="1058164"/>
            <a:ext cx="2748797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>
                <a:solidFill>
                  <a:srgbClr val="C00000"/>
                </a:solidFill>
              </a:rPr>
              <a:t>외부 연동</a:t>
            </a:r>
          </a:p>
        </p:txBody>
      </p:sp>
      <p:sp>
        <p:nvSpPr>
          <p:cNvPr id="103" name="Text 16">
            <a:extLst>
              <a:ext uri="{FF2B5EF4-FFF2-40B4-BE49-F238E27FC236}">
                <a16:creationId xmlns:a16="http://schemas.microsoft.com/office/drawing/2014/main" id="{850FE364-B8A5-C3A5-2878-373067AB589F}"/>
              </a:ext>
            </a:extLst>
          </p:cNvPr>
          <p:cNvSpPr/>
          <p:nvPr/>
        </p:nvSpPr>
        <p:spPr>
          <a:xfrm>
            <a:off x="9141714" y="1314196"/>
            <a:ext cx="2748797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A0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별도 비용 검토</a:t>
            </a:r>
            <a:endParaRPr lang="en-US" sz="1733" dirty="0"/>
          </a:p>
        </p:txBody>
      </p:sp>
      <p:sp>
        <p:nvSpPr>
          <p:cNvPr id="107" name="화살표: 오른쪽 106">
            <a:extLst>
              <a:ext uri="{FF2B5EF4-FFF2-40B4-BE49-F238E27FC236}">
                <a16:creationId xmlns:a16="http://schemas.microsoft.com/office/drawing/2014/main" id="{64794585-847E-D11F-1DCC-8057BEA82BAD}"/>
              </a:ext>
            </a:extLst>
          </p:cNvPr>
          <p:cNvSpPr/>
          <p:nvPr/>
        </p:nvSpPr>
        <p:spPr>
          <a:xfrm>
            <a:off x="5101336" y="4540444"/>
            <a:ext cx="1896364" cy="574722"/>
          </a:xfrm>
          <a:prstGeom prst="rightArrow">
            <a:avLst/>
          </a:prstGeom>
          <a:noFill/>
          <a:ln w="25400" cap="flat">
            <a:solidFill>
              <a:srgbClr val="FF0000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266F21C4-41CC-41DC-7B00-FF768AA40DA0}"/>
              </a:ext>
            </a:extLst>
          </p:cNvPr>
          <p:cNvSpPr/>
          <p:nvPr/>
        </p:nvSpPr>
        <p:spPr>
          <a:xfrm>
            <a:off x="916940" y="4375344"/>
            <a:ext cx="3527951" cy="1369234"/>
          </a:xfrm>
          <a:prstGeom prst="roundRect">
            <a:avLst>
              <a:gd name="adj" fmla="val 10174"/>
            </a:avLst>
          </a:prstGeom>
          <a:noFill/>
          <a:ln w="9525" cap="flat">
            <a:solidFill>
              <a:srgbClr val="C00000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FB9899A5-8BF7-E7B8-6445-E775EE76F4EB}"/>
              </a:ext>
            </a:extLst>
          </p:cNvPr>
          <p:cNvSpPr/>
          <p:nvPr/>
        </p:nvSpPr>
        <p:spPr>
          <a:xfrm>
            <a:off x="7603236" y="4412708"/>
            <a:ext cx="3755136" cy="1369234"/>
          </a:xfrm>
          <a:prstGeom prst="roundRect">
            <a:avLst>
              <a:gd name="adj" fmla="val 10174"/>
            </a:avLst>
          </a:prstGeom>
          <a:noFill/>
          <a:ln w="9525" cap="flat">
            <a:solidFill>
              <a:srgbClr val="C00000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089FDD6-8890-386B-82DD-BEC7DE97CCA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 l="35303" t="27702" r="36690" b="34987"/>
          <a:stretch>
            <a:fillRect/>
          </a:stretch>
        </p:blipFill>
        <p:spPr>
          <a:xfrm>
            <a:off x="9666575" y="225053"/>
            <a:ext cx="710498" cy="54084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50DDB86-E8F8-FFDC-CB2C-3B717D9AAD7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6675" y="272935"/>
            <a:ext cx="1594625" cy="3967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>
            <a:extLst>
              <a:ext uri="{FF2B5EF4-FFF2-40B4-BE49-F238E27FC236}">
                <a16:creationId xmlns:a16="http://schemas.microsoft.com/office/drawing/2014/main" id="{27CCF97A-7362-C938-F178-A689F1AF7C28}"/>
              </a:ext>
            </a:extLst>
          </p:cNvPr>
          <p:cNvSpPr/>
          <p:nvPr/>
        </p:nvSpPr>
        <p:spPr>
          <a:xfrm>
            <a:off x="0" y="0"/>
            <a:ext cx="12192000" cy="950976"/>
          </a:xfrm>
          <a:prstGeom prst="rect">
            <a:avLst/>
          </a:prstGeom>
          <a:gradFill flip="none" rotWithShape="1">
            <a:gsLst>
              <a:gs pos="0">
                <a:srgbClr val="1C2B4A"/>
              </a:gs>
              <a:gs pos="44000">
                <a:srgbClr val="1C2B4A">
                  <a:alpha val="80000"/>
                </a:srgbClr>
              </a:gs>
              <a:gs pos="60000">
                <a:srgbClr val="1C2B4A">
                  <a:alpha val="60000"/>
                </a:srgbClr>
              </a:gs>
              <a:gs pos="77000">
                <a:srgbClr val="1C2B4A">
                  <a:alpha val="10000"/>
                </a:srgbClr>
              </a:gs>
            </a:gsLst>
            <a:lin ang="0" scaled="1"/>
            <a:tileRect/>
          </a:gradFill>
          <a:ln w="1270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F4DAA27-D2F9-D311-6F00-047D2EA5B0B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 l="35303" t="27702" r="36690" b="34987"/>
          <a:stretch>
            <a:fillRect/>
          </a:stretch>
        </p:blipFill>
        <p:spPr>
          <a:xfrm>
            <a:off x="9666575" y="225053"/>
            <a:ext cx="710498" cy="54084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E3F5F7F-DFD9-5019-1903-FBEF72EEF8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6675" y="272935"/>
            <a:ext cx="1594625" cy="396776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0" y="0"/>
            <a:ext cx="243840" cy="950976"/>
          </a:xfrm>
          <a:prstGeom prst="rect">
            <a:avLst/>
          </a:prstGeom>
          <a:solidFill>
            <a:srgbClr val="1A5FAA"/>
          </a:solidFill>
          <a:ln w="12700">
            <a:solidFill>
              <a:srgbClr val="1A5FA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" name="Shape 2"/>
          <p:cNvSpPr/>
          <p:nvPr/>
        </p:nvSpPr>
        <p:spPr>
          <a:xfrm>
            <a:off x="365760" y="146304"/>
            <a:ext cx="950976" cy="341376"/>
          </a:xfrm>
          <a:prstGeom prst="rect">
            <a:avLst/>
          </a:prstGeom>
          <a:solidFill>
            <a:srgbClr val="1C2B4A"/>
          </a:solidFill>
          <a:ln w="9525">
            <a:solidFill>
              <a:srgbClr val="1A5FA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" name="Text 3"/>
          <p:cNvSpPr/>
          <p:nvPr/>
        </p:nvSpPr>
        <p:spPr>
          <a:xfrm>
            <a:off x="365760" y="146304"/>
            <a:ext cx="9509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spc="267" dirty="0">
                <a:solidFill>
                  <a:srgbClr val="1A5FAA"/>
                </a:solidFill>
              </a:rPr>
              <a:t>PKG 02-1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87424" y="60960"/>
            <a:ext cx="853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Site Safety Guard (</a:t>
            </a:r>
            <a:r>
              <a:rPr lang="ko-KR" alt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판매 조건</a:t>
            </a:r>
            <a:r>
              <a:rPr lang="en-US" altLang="ko-KR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)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87424" y="597408"/>
            <a:ext cx="853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 err="1">
                <a:solidFill>
                  <a:schemeClr val="bg1">
                    <a:lumMod val="95000"/>
                  </a:schemeClr>
                </a:solidFill>
              </a:rPr>
              <a:t>건설현장</a:t>
            </a:r>
            <a:r>
              <a:rPr lang="en-US" sz="1133" dirty="0">
                <a:solidFill>
                  <a:schemeClr val="bg1">
                    <a:lumMod val="95000"/>
                  </a:schemeClr>
                </a:solidFill>
              </a:rPr>
              <a:t> 차량 안전검사 시스템  —  현대건설 진행중</a:t>
            </a:r>
          </a:p>
        </p:txBody>
      </p:sp>
      <p:sp>
        <p:nvSpPr>
          <p:cNvPr id="19" name="Shape 17"/>
          <p:cNvSpPr/>
          <p:nvPr/>
        </p:nvSpPr>
        <p:spPr>
          <a:xfrm>
            <a:off x="341376" y="1848104"/>
            <a:ext cx="3755136" cy="2020141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20" name="Shape 18"/>
          <p:cNvSpPr/>
          <p:nvPr/>
        </p:nvSpPr>
        <p:spPr>
          <a:xfrm>
            <a:off x="341376" y="1848104"/>
            <a:ext cx="3755136" cy="341376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1" name="Text 19"/>
          <p:cNvSpPr/>
          <p:nvPr/>
        </p:nvSpPr>
        <p:spPr>
          <a:xfrm>
            <a:off x="438912" y="1848104"/>
            <a:ext cx="363321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spc="67" dirty="0">
                <a:solidFill>
                  <a:srgbClr val="1A5FAA"/>
                </a:solidFill>
              </a:rPr>
              <a:t>■</a:t>
            </a:r>
            <a:r>
              <a:rPr lang="en-US" sz="1000" b="1" spc="67" dirty="0">
                <a:solidFill>
                  <a:srgbClr val="1A5FAA"/>
                </a:solidFill>
              </a:rPr>
              <a:t>  SW 구성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8912" y="2209038"/>
            <a:ext cx="3269488" cy="1528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133" dirty="0">
                <a:solidFill>
                  <a:srgbClr val="52484A"/>
                </a:solidFill>
              </a:rPr>
              <a:t>LPR — 번호판 인식 / 출입 이력 / </a:t>
            </a:r>
            <a:r>
              <a:rPr lang="en-US" sz="1133" dirty="0" err="1">
                <a:solidFill>
                  <a:srgbClr val="52484A"/>
                </a:solidFill>
              </a:rPr>
              <a:t>차량</a:t>
            </a:r>
            <a:r>
              <a:rPr lang="en-US" sz="1133" dirty="0">
                <a:solidFill>
                  <a:srgbClr val="52484A"/>
                </a:solidFill>
              </a:rPr>
              <a:t> </a:t>
            </a:r>
            <a:r>
              <a:rPr lang="en-US" sz="1133" dirty="0" err="1">
                <a:solidFill>
                  <a:srgbClr val="52484A"/>
                </a:solidFill>
              </a:rPr>
              <a:t>식별</a:t>
            </a:r>
            <a:endParaRPr lang="en-US" sz="1133" dirty="0">
              <a:solidFill>
                <a:srgbClr val="52484A"/>
              </a:solidFill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33" dirty="0" err="1">
                <a:solidFill>
                  <a:srgbClr val="52484A"/>
                </a:solidFill>
              </a:rPr>
              <a:t>외관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부품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판정</a:t>
            </a:r>
            <a:r>
              <a:rPr lang="en-US" altLang="ko-KR" sz="1133" dirty="0">
                <a:solidFill>
                  <a:srgbClr val="52484A"/>
                </a:solidFill>
              </a:rPr>
              <a:t> AI (</a:t>
            </a:r>
            <a:r>
              <a:rPr lang="en-US" altLang="ko-KR" sz="1133" dirty="0" err="1">
                <a:solidFill>
                  <a:srgbClr val="52484A"/>
                </a:solidFill>
              </a:rPr>
              <a:t>미러</a:t>
            </a:r>
            <a:r>
              <a:rPr lang="en-US" altLang="ko-KR" sz="1133" dirty="0">
                <a:solidFill>
                  <a:srgbClr val="52484A"/>
                </a:solidFill>
              </a:rPr>
              <a:t> · </a:t>
            </a:r>
            <a:r>
              <a:rPr lang="en-US" altLang="ko-KR" sz="1133" dirty="0" err="1">
                <a:solidFill>
                  <a:srgbClr val="52484A"/>
                </a:solidFill>
              </a:rPr>
              <a:t>전조등</a:t>
            </a:r>
            <a:r>
              <a:rPr lang="en-US" altLang="ko-KR" sz="1133" dirty="0">
                <a:solidFill>
                  <a:srgbClr val="52484A"/>
                </a:solidFill>
              </a:rPr>
              <a:t> · </a:t>
            </a:r>
            <a:r>
              <a:rPr lang="en-US" altLang="ko-KR" sz="1133" dirty="0" err="1">
                <a:solidFill>
                  <a:srgbClr val="52484A"/>
                </a:solidFill>
              </a:rPr>
              <a:t>후미등</a:t>
            </a:r>
            <a:r>
              <a:rPr lang="en-US" altLang="ko-KR" sz="1133" dirty="0">
                <a:solidFill>
                  <a:srgbClr val="52484A"/>
                </a:solidFill>
              </a:rPr>
              <a:t>)</a:t>
            </a:r>
            <a:endParaRPr lang="en-US" altLang="ko-KR" sz="1133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33" dirty="0" err="1">
                <a:solidFill>
                  <a:srgbClr val="52484A"/>
                </a:solidFill>
              </a:rPr>
              <a:t>타이어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트레드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측정</a:t>
            </a:r>
            <a:r>
              <a:rPr lang="en-US" altLang="ko-KR" sz="1133" dirty="0">
                <a:solidFill>
                  <a:srgbClr val="52484A"/>
                </a:solidFill>
              </a:rPr>
              <a:t> SW (</a:t>
            </a:r>
            <a:r>
              <a:rPr lang="en-US" altLang="ko-KR" sz="1133" dirty="0" err="1">
                <a:solidFill>
                  <a:srgbClr val="52484A"/>
                </a:solidFill>
              </a:rPr>
              <a:t>레이저+비전</a:t>
            </a:r>
            <a:r>
              <a:rPr lang="en-US" altLang="ko-KR" sz="1133" dirty="0">
                <a:solidFill>
                  <a:srgbClr val="52484A"/>
                </a:solidFill>
              </a:rPr>
              <a:t>)</a:t>
            </a:r>
            <a:endParaRPr lang="en-US" altLang="ko-KR" sz="1133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33" dirty="0" err="1">
                <a:solidFill>
                  <a:srgbClr val="52484A"/>
                </a:solidFill>
              </a:rPr>
              <a:t>제동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반응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시간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측정</a:t>
            </a:r>
            <a:r>
              <a:rPr lang="en-US" altLang="ko-KR" sz="1133" dirty="0">
                <a:solidFill>
                  <a:srgbClr val="52484A"/>
                </a:solidFill>
              </a:rPr>
              <a:t> SW</a:t>
            </a:r>
            <a:endParaRPr lang="en-US" altLang="ko-KR" sz="1133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33" dirty="0" err="1">
                <a:solidFill>
                  <a:srgbClr val="52484A"/>
                </a:solidFill>
              </a:rPr>
              <a:t>통합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대시보드</a:t>
            </a:r>
            <a:r>
              <a:rPr lang="en-US" altLang="ko-KR" sz="1133" dirty="0">
                <a:solidFill>
                  <a:srgbClr val="52484A"/>
                </a:solidFill>
              </a:rPr>
              <a:t> + </a:t>
            </a:r>
            <a:r>
              <a:rPr lang="en-US" altLang="ko-KR" sz="1133" dirty="0" err="1">
                <a:solidFill>
                  <a:srgbClr val="52484A"/>
                </a:solidFill>
              </a:rPr>
              <a:t>검사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이력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리포트</a:t>
            </a:r>
            <a:endParaRPr lang="en-US" altLang="ko-KR" sz="1133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33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고객사</a:t>
            </a:r>
            <a:r>
              <a:rPr lang="en-US" altLang="ko-KR" sz="1133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133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시스템</a:t>
            </a:r>
            <a:r>
              <a:rPr lang="en-US" altLang="ko-KR" sz="1133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133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연동</a:t>
            </a:r>
            <a:r>
              <a:rPr lang="en-US" altLang="ko-KR" sz="1133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</a:t>
            </a:r>
            <a:r>
              <a:rPr lang="en-US" altLang="ko-KR" sz="1133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별도</a:t>
            </a:r>
            <a:r>
              <a:rPr lang="en-US" altLang="ko-KR" sz="1133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133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비용</a:t>
            </a:r>
            <a:r>
              <a:rPr lang="en-US" altLang="ko-KR" sz="1133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133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검토</a:t>
            </a:r>
            <a:r>
              <a:rPr lang="en-US" altLang="ko-KR" sz="1133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</p:txBody>
      </p:sp>
      <p:sp>
        <p:nvSpPr>
          <p:cNvPr id="27" name="Text 25"/>
          <p:cNvSpPr/>
          <p:nvPr/>
        </p:nvSpPr>
        <p:spPr>
          <a:xfrm>
            <a:off x="1072896" y="2725928"/>
            <a:ext cx="287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33" dirty="0"/>
          </a:p>
        </p:txBody>
      </p:sp>
      <p:sp>
        <p:nvSpPr>
          <p:cNvPr id="30" name="Text 28"/>
          <p:cNvSpPr/>
          <p:nvPr/>
        </p:nvSpPr>
        <p:spPr>
          <a:xfrm>
            <a:off x="1072896" y="3189224"/>
            <a:ext cx="287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33" dirty="0"/>
          </a:p>
        </p:txBody>
      </p:sp>
      <p:sp>
        <p:nvSpPr>
          <p:cNvPr id="33" name="Text 31"/>
          <p:cNvSpPr/>
          <p:nvPr/>
        </p:nvSpPr>
        <p:spPr>
          <a:xfrm>
            <a:off x="1072896" y="3652520"/>
            <a:ext cx="287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33" dirty="0"/>
          </a:p>
        </p:txBody>
      </p:sp>
      <p:sp>
        <p:nvSpPr>
          <p:cNvPr id="36" name="Text 34"/>
          <p:cNvSpPr/>
          <p:nvPr/>
        </p:nvSpPr>
        <p:spPr>
          <a:xfrm>
            <a:off x="1072896" y="4115816"/>
            <a:ext cx="287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33" dirty="0"/>
          </a:p>
        </p:txBody>
      </p:sp>
      <p:sp>
        <p:nvSpPr>
          <p:cNvPr id="39" name="Text 37"/>
          <p:cNvSpPr/>
          <p:nvPr/>
        </p:nvSpPr>
        <p:spPr>
          <a:xfrm>
            <a:off x="1072896" y="4579112"/>
            <a:ext cx="287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33" dirty="0"/>
          </a:p>
        </p:txBody>
      </p:sp>
      <p:sp>
        <p:nvSpPr>
          <p:cNvPr id="40" name="Shape 38"/>
          <p:cNvSpPr/>
          <p:nvPr/>
        </p:nvSpPr>
        <p:spPr>
          <a:xfrm>
            <a:off x="329184" y="3932937"/>
            <a:ext cx="3755136" cy="1785111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41" name="Shape 39"/>
          <p:cNvSpPr/>
          <p:nvPr/>
        </p:nvSpPr>
        <p:spPr>
          <a:xfrm>
            <a:off x="329184" y="3932937"/>
            <a:ext cx="3755136" cy="341376"/>
          </a:xfrm>
          <a:prstGeom prst="rect">
            <a:avLst/>
          </a:prstGeom>
          <a:solidFill>
            <a:srgbClr val="E4F5F2"/>
          </a:solidFill>
          <a:ln w="12700">
            <a:solidFill>
              <a:srgbClr val="E4F5F2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2" name="Text 40"/>
          <p:cNvSpPr/>
          <p:nvPr/>
        </p:nvSpPr>
        <p:spPr>
          <a:xfrm>
            <a:off x="426720" y="3932937"/>
            <a:ext cx="363321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spc="67" dirty="0">
                <a:solidFill>
                  <a:srgbClr val="0A8A7A"/>
                </a:solidFill>
              </a:rPr>
              <a:t>■</a:t>
            </a:r>
            <a:r>
              <a:rPr lang="en-US" sz="1000" b="1" spc="67" dirty="0">
                <a:solidFill>
                  <a:srgbClr val="0A8A7A"/>
                </a:solidFill>
              </a:rPr>
              <a:t>  HW 구성  (카메라 총 8대)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26720" y="4284981"/>
            <a:ext cx="2877312" cy="1313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133" dirty="0">
                <a:solidFill>
                  <a:srgbClr val="52484A"/>
                </a:solidFill>
              </a:rPr>
              <a:t>LPR 카메라 (번호판 인식 </a:t>
            </a:r>
            <a:r>
              <a:rPr lang="en-US" sz="1133" dirty="0" err="1">
                <a:solidFill>
                  <a:srgbClr val="52484A"/>
                </a:solidFill>
              </a:rPr>
              <a:t>전용</a:t>
            </a:r>
            <a:r>
              <a:rPr lang="en-US" sz="1133" dirty="0">
                <a:solidFill>
                  <a:srgbClr val="52484A"/>
                </a:solidFill>
              </a:rPr>
              <a:t>)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33" dirty="0" err="1">
                <a:solidFill>
                  <a:srgbClr val="52484A"/>
                </a:solidFill>
              </a:rPr>
              <a:t>외관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검사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카메라</a:t>
            </a:r>
            <a:r>
              <a:rPr lang="en-US" altLang="ko-KR" sz="1133" dirty="0">
                <a:solidFill>
                  <a:srgbClr val="52484A"/>
                </a:solidFill>
              </a:rPr>
              <a:t> (</a:t>
            </a:r>
            <a:r>
              <a:rPr lang="en-US" altLang="ko-KR" sz="1133" dirty="0" err="1">
                <a:solidFill>
                  <a:srgbClr val="52484A"/>
                </a:solidFill>
              </a:rPr>
              <a:t>전·후·측면</a:t>
            </a:r>
            <a:r>
              <a:rPr lang="en-US" altLang="ko-KR" sz="1133" dirty="0">
                <a:solidFill>
                  <a:srgbClr val="52484A"/>
                </a:solidFill>
              </a:rPr>
              <a:t>, 총 8대)</a:t>
            </a:r>
            <a:endParaRPr lang="en-US" altLang="ko-KR" sz="1133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33" dirty="0">
                <a:solidFill>
                  <a:srgbClr val="52484A"/>
                </a:solidFill>
              </a:rPr>
              <a:t>AI </a:t>
            </a:r>
            <a:r>
              <a:rPr lang="en-US" altLang="ko-KR" sz="1133" dirty="0" err="1">
                <a:solidFill>
                  <a:srgbClr val="52484A"/>
                </a:solidFill>
              </a:rPr>
              <a:t>연산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서버</a:t>
            </a:r>
            <a:r>
              <a:rPr lang="en-US" altLang="ko-KR" sz="1133" dirty="0">
                <a:solidFill>
                  <a:srgbClr val="52484A"/>
                </a:solidFill>
              </a:rPr>
              <a:t> / </a:t>
            </a:r>
            <a:r>
              <a:rPr lang="en-US" altLang="ko-KR" sz="1133" dirty="0" err="1">
                <a:solidFill>
                  <a:srgbClr val="52484A"/>
                </a:solidFill>
              </a:rPr>
              <a:t>현장</a:t>
            </a:r>
            <a:r>
              <a:rPr lang="en-US" altLang="ko-KR" sz="1133" dirty="0">
                <a:solidFill>
                  <a:srgbClr val="52484A"/>
                </a:solidFill>
              </a:rPr>
              <a:t> PC</a:t>
            </a:r>
            <a:endParaRPr lang="en-US" altLang="ko-KR" sz="1133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33" dirty="0" err="1">
                <a:solidFill>
                  <a:srgbClr val="52484A"/>
                </a:solidFill>
              </a:rPr>
              <a:t>타이어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트레드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측정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레이저</a:t>
            </a:r>
            <a:r>
              <a:rPr lang="en-US" altLang="ko-KR" sz="1133" dirty="0">
                <a:solidFill>
                  <a:srgbClr val="52484A"/>
                </a:solidFill>
              </a:rPr>
              <a:t> + </a:t>
            </a:r>
            <a:r>
              <a:rPr lang="en-US" altLang="ko-KR" sz="1133" dirty="0" err="1">
                <a:solidFill>
                  <a:srgbClr val="52484A"/>
                </a:solidFill>
              </a:rPr>
              <a:t>비전</a:t>
            </a:r>
            <a:r>
              <a:rPr lang="en-US" altLang="ko-KR" sz="1133" dirty="0">
                <a:solidFill>
                  <a:srgbClr val="52484A"/>
                </a:solidFill>
              </a:rPr>
              <a:t> HW</a:t>
            </a:r>
            <a:endParaRPr lang="en-US" altLang="ko-KR" sz="1133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33" dirty="0" err="1">
                <a:solidFill>
                  <a:srgbClr val="52484A"/>
                </a:solidFill>
              </a:rPr>
              <a:t>제동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반응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시간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측정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센서</a:t>
            </a:r>
            <a:r>
              <a:rPr lang="en-US" altLang="ko-KR" sz="1133" dirty="0">
                <a:solidFill>
                  <a:srgbClr val="52484A"/>
                </a:solidFill>
              </a:rPr>
              <a:t>/</a:t>
            </a:r>
            <a:r>
              <a:rPr lang="en-US" altLang="ko-KR" sz="1133" dirty="0" err="1">
                <a:solidFill>
                  <a:srgbClr val="52484A"/>
                </a:solidFill>
              </a:rPr>
              <a:t>장치</a:t>
            </a:r>
            <a:endParaRPr lang="en-US" altLang="ko-KR" sz="1133" dirty="0"/>
          </a:p>
        </p:txBody>
      </p:sp>
      <p:sp>
        <p:nvSpPr>
          <p:cNvPr id="72" name="Shape 70"/>
          <p:cNvSpPr/>
          <p:nvPr/>
        </p:nvSpPr>
        <p:spPr>
          <a:xfrm>
            <a:off x="0" y="6011498"/>
            <a:ext cx="12192000" cy="840406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3" name="Text 71"/>
          <p:cNvSpPr/>
          <p:nvPr/>
        </p:nvSpPr>
        <p:spPr>
          <a:xfrm>
            <a:off x="365760" y="6018784"/>
            <a:ext cx="17068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70C8B0"/>
                </a:solidFill>
              </a:rPr>
              <a:t>※</a:t>
            </a:r>
            <a:r>
              <a:rPr lang="en-US" sz="1000" b="1" dirty="0">
                <a:solidFill>
                  <a:srgbClr val="70C8B0"/>
                </a:solidFill>
              </a:rPr>
              <a:t>  워런티 정책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365760" y="6274816"/>
            <a:ext cx="560832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chemeClr val="bg1">
                    <a:lumMod val="95000"/>
                  </a:schemeClr>
                </a:solidFill>
              </a:rPr>
              <a:t>·  납품 완료 후 6개월 무상 대응</a:t>
            </a:r>
          </a:p>
        </p:txBody>
      </p:sp>
      <p:sp>
        <p:nvSpPr>
          <p:cNvPr id="75" name="Text 73"/>
          <p:cNvSpPr/>
          <p:nvPr/>
        </p:nvSpPr>
        <p:spPr>
          <a:xfrm>
            <a:off x="365760" y="6469888"/>
            <a:ext cx="560832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chemeClr val="bg1">
                    <a:lumMod val="95000"/>
                  </a:schemeClr>
                </a:solidFill>
              </a:rPr>
              <a:t>·  만료 후: 이슈 발생 시 건별 실비 정산</a:t>
            </a:r>
          </a:p>
        </p:txBody>
      </p:sp>
      <p:sp>
        <p:nvSpPr>
          <p:cNvPr id="77" name="Shape 75"/>
          <p:cNvSpPr/>
          <p:nvPr/>
        </p:nvSpPr>
        <p:spPr>
          <a:xfrm>
            <a:off x="6217920" y="6119876"/>
            <a:ext cx="12192" cy="648000"/>
          </a:xfrm>
          <a:prstGeom prst="rect">
            <a:avLst/>
          </a:prstGeom>
          <a:solidFill>
            <a:srgbClr val="2E4460"/>
          </a:solidFill>
          <a:ln w="12700">
            <a:solidFill>
              <a:srgbClr val="2E446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8" name="Text 76"/>
          <p:cNvSpPr/>
          <p:nvPr/>
        </p:nvSpPr>
        <p:spPr>
          <a:xfrm>
            <a:off x="6364224" y="6018784"/>
            <a:ext cx="1828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70C8B0"/>
                </a:solidFill>
              </a:rPr>
              <a:t>※</a:t>
            </a:r>
            <a:r>
              <a:rPr lang="en-US" sz="1000" b="1" dirty="0">
                <a:solidFill>
                  <a:srgbClr val="70C8B0"/>
                </a:solidFill>
              </a:rPr>
              <a:t>  결제 조건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6364224" y="6274816"/>
            <a:ext cx="36576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chemeClr val="bg1">
                    <a:lumMod val="95000"/>
                  </a:schemeClr>
                </a:solidFill>
              </a:rPr>
              <a:t>·  계약 시 50%</a:t>
            </a:r>
          </a:p>
        </p:txBody>
      </p:sp>
      <p:sp>
        <p:nvSpPr>
          <p:cNvPr id="80" name="Text 78"/>
          <p:cNvSpPr/>
          <p:nvPr/>
        </p:nvSpPr>
        <p:spPr>
          <a:xfrm>
            <a:off x="6364224" y="6469888"/>
            <a:ext cx="36576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chemeClr val="bg1">
                    <a:lumMod val="95000"/>
                  </a:schemeClr>
                </a:solidFill>
              </a:rPr>
              <a:t>·  선적 / 출하 전 30%</a:t>
            </a:r>
          </a:p>
        </p:txBody>
      </p:sp>
      <p:sp>
        <p:nvSpPr>
          <p:cNvPr id="81" name="Text 79"/>
          <p:cNvSpPr/>
          <p:nvPr/>
        </p:nvSpPr>
        <p:spPr>
          <a:xfrm>
            <a:off x="6364224" y="6664960"/>
            <a:ext cx="36576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chemeClr val="bg1">
                    <a:lumMod val="95000"/>
                  </a:schemeClr>
                </a:solidFill>
              </a:rPr>
              <a:t>·  납품 완료 후 20%</a:t>
            </a:r>
          </a:p>
        </p:txBody>
      </p:sp>
      <p:sp>
        <p:nvSpPr>
          <p:cNvPr id="82" name="Text 80"/>
          <p:cNvSpPr/>
          <p:nvPr/>
        </p:nvSpPr>
        <p:spPr>
          <a:xfrm>
            <a:off x="9753600" y="6339840"/>
            <a:ext cx="229209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b="1" i="1" dirty="0">
                <a:solidFill>
                  <a:srgbClr val="FF0000"/>
                </a:solidFill>
              </a:rPr>
              <a:t>해외 수출 기본 조건: FOB KOREA</a:t>
            </a:r>
            <a:endParaRPr lang="en-US" sz="1000" b="1" dirty="0">
              <a:solidFill>
                <a:srgbClr val="FF0000"/>
              </a:solidFill>
            </a:endParaRPr>
          </a:p>
        </p:txBody>
      </p:sp>
      <p:sp>
        <p:nvSpPr>
          <p:cNvPr id="8" name="Shape 14">
            <a:extLst>
              <a:ext uri="{FF2B5EF4-FFF2-40B4-BE49-F238E27FC236}">
                <a16:creationId xmlns:a16="http://schemas.microsoft.com/office/drawing/2014/main" id="{D5734E22-8EF5-449A-E16D-E01F237B6B48}"/>
              </a:ext>
            </a:extLst>
          </p:cNvPr>
          <p:cNvSpPr/>
          <p:nvPr/>
        </p:nvSpPr>
        <p:spPr>
          <a:xfrm>
            <a:off x="322833" y="1009396"/>
            <a:ext cx="2827824" cy="7802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Text 15">
            <a:extLst>
              <a:ext uri="{FF2B5EF4-FFF2-40B4-BE49-F238E27FC236}">
                <a16:creationId xmlns:a16="http://schemas.microsoft.com/office/drawing/2014/main" id="{E1639DEF-98FF-A728-FB59-8B815C04B93F}"/>
              </a:ext>
            </a:extLst>
          </p:cNvPr>
          <p:cNvSpPr/>
          <p:nvPr/>
        </p:nvSpPr>
        <p:spPr>
          <a:xfrm>
            <a:off x="322833" y="1058164"/>
            <a:ext cx="28278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 err="1">
                <a:solidFill>
                  <a:srgbClr val="C00000"/>
                </a:solidFill>
              </a:rPr>
              <a:t>공급가</a:t>
            </a:r>
            <a:r>
              <a:rPr lang="en-US" sz="933" dirty="0">
                <a:solidFill>
                  <a:srgbClr val="C00000"/>
                </a:solidFill>
              </a:rPr>
              <a:t> (</a:t>
            </a:r>
            <a:r>
              <a:rPr lang="ko-KR" altLang="en-US" sz="933" dirty="0">
                <a:solidFill>
                  <a:srgbClr val="C00000"/>
                </a:solidFill>
              </a:rPr>
              <a:t>전체 세트 기준</a:t>
            </a:r>
            <a:r>
              <a:rPr lang="en-US" sz="933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83" name="Text 16">
            <a:extLst>
              <a:ext uri="{FF2B5EF4-FFF2-40B4-BE49-F238E27FC236}">
                <a16:creationId xmlns:a16="http://schemas.microsoft.com/office/drawing/2014/main" id="{9F25EE08-504E-385C-CEE5-E25BFA558942}"/>
              </a:ext>
            </a:extLst>
          </p:cNvPr>
          <p:cNvSpPr/>
          <p:nvPr/>
        </p:nvSpPr>
        <p:spPr>
          <a:xfrm>
            <a:off x="322833" y="1314196"/>
            <a:ext cx="282782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000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₩ 25,000,000</a:t>
            </a:r>
            <a:endParaRPr lang="en-US" sz="1733" dirty="0">
              <a:solidFill>
                <a:srgbClr val="0000FF"/>
              </a:solidFill>
            </a:endParaRPr>
          </a:p>
        </p:txBody>
      </p:sp>
      <p:sp>
        <p:nvSpPr>
          <p:cNvPr id="84" name="Shape 17">
            <a:extLst>
              <a:ext uri="{FF2B5EF4-FFF2-40B4-BE49-F238E27FC236}">
                <a16:creationId xmlns:a16="http://schemas.microsoft.com/office/drawing/2014/main" id="{166337B0-FF9C-7627-5C47-D20B3181B0C9}"/>
              </a:ext>
            </a:extLst>
          </p:cNvPr>
          <p:cNvSpPr/>
          <p:nvPr/>
        </p:nvSpPr>
        <p:spPr>
          <a:xfrm>
            <a:off x="3315859" y="1009396"/>
            <a:ext cx="2748797" cy="7802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85" name="Text 18">
            <a:extLst>
              <a:ext uri="{FF2B5EF4-FFF2-40B4-BE49-F238E27FC236}">
                <a16:creationId xmlns:a16="http://schemas.microsoft.com/office/drawing/2014/main" id="{FE2CD3C8-F5D8-26DC-167E-6170F38F26C9}"/>
              </a:ext>
            </a:extLst>
          </p:cNvPr>
          <p:cNvSpPr/>
          <p:nvPr/>
        </p:nvSpPr>
        <p:spPr>
          <a:xfrm>
            <a:off x="3315859" y="1058164"/>
            <a:ext cx="2748797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>
                <a:solidFill>
                  <a:srgbClr val="C00000"/>
                </a:solidFill>
              </a:rPr>
              <a:t>납기</a:t>
            </a:r>
          </a:p>
        </p:txBody>
      </p:sp>
      <p:sp>
        <p:nvSpPr>
          <p:cNvPr id="86" name="Text 19">
            <a:extLst>
              <a:ext uri="{FF2B5EF4-FFF2-40B4-BE49-F238E27FC236}">
                <a16:creationId xmlns:a16="http://schemas.microsoft.com/office/drawing/2014/main" id="{146F6231-14C0-52E9-4AF1-C2203C68C876}"/>
              </a:ext>
            </a:extLst>
          </p:cNvPr>
          <p:cNvSpPr/>
          <p:nvPr/>
        </p:nvSpPr>
        <p:spPr>
          <a:xfrm>
            <a:off x="3315859" y="1314196"/>
            <a:ext cx="2748797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A5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1개월</a:t>
            </a:r>
            <a:endParaRPr lang="en-US" sz="1600" dirty="0"/>
          </a:p>
        </p:txBody>
      </p:sp>
      <p:sp>
        <p:nvSpPr>
          <p:cNvPr id="87" name="Shape 11">
            <a:extLst>
              <a:ext uri="{FF2B5EF4-FFF2-40B4-BE49-F238E27FC236}">
                <a16:creationId xmlns:a16="http://schemas.microsoft.com/office/drawing/2014/main" id="{7DA38367-B8C4-A3C7-64E5-F22D16B0955D}"/>
              </a:ext>
            </a:extLst>
          </p:cNvPr>
          <p:cNvSpPr/>
          <p:nvPr/>
        </p:nvSpPr>
        <p:spPr>
          <a:xfrm>
            <a:off x="6229858" y="1009396"/>
            <a:ext cx="2748797" cy="7802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88" name="Text 12">
            <a:extLst>
              <a:ext uri="{FF2B5EF4-FFF2-40B4-BE49-F238E27FC236}">
                <a16:creationId xmlns:a16="http://schemas.microsoft.com/office/drawing/2014/main" id="{C7E843D3-42CD-CE98-0A8E-319BAF897719}"/>
              </a:ext>
            </a:extLst>
          </p:cNvPr>
          <p:cNvSpPr/>
          <p:nvPr/>
        </p:nvSpPr>
        <p:spPr>
          <a:xfrm>
            <a:off x="6229858" y="1058164"/>
            <a:ext cx="2748797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933" dirty="0">
                <a:solidFill>
                  <a:srgbClr val="C00000"/>
                </a:solidFill>
              </a:rPr>
              <a:t>현장 </a:t>
            </a:r>
            <a:r>
              <a:rPr lang="en-US" sz="933" dirty="0" err="1">
                <a:solidFill>
                  <a:srgbClr val="C00000"/>
                </a:solidFill>
              </a:rPr>
              <a:t>설치비</a:t>
            </a:r>
            <a:endParaRPr lang="en-US" sz="933" dirty="0">
              <a:solidFill>
                <a:srgbClr val="C00000"/>
              </a:solidFill>
            </a:endParaRPr>
          </a:p>
        </p:txBody>
      </p:sp>
      <p:sp>
        <p:nvSpPr>
          <p:cNvPr id="89" name="Text 13">
            <a:extLst>
              <a:ext uri="{FF2B5EF4-FFF2-40B4-BE49-F238E27FC236}">
                <a16:creationId xmlns:a16="http://schemas.microsoft.com/office/drawing/2014/main" id="{809E49CB-BCE6-8063-294A-A9FCD33E1E15}"/>
              </a:ext>
            </a:extLst>
          </p:cNvPr>
          <p:cNvSpPr/>
          <p:nvPr/>
        </p:nvSpPr>
        <p:spPr>
          <a:xfrm>
            <a:off x="6229858" y="1314196"/>
            <a:ext cx="2748797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5248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별도</a:t>
            </a:r>
            <a:endParaRPr lang="en-US" sz="1733" dirty="0"/>
          </a:p>
        </p:txBody>
      </p:sp>
      <p:sp>
        <p:nvSpPr>
          <p:cNvPr id="90" name="Shape 14">
            <a:extLst>
              <a:ext uri="{FF2B5EF4-FFF2-40B4-BE49-F238E27FC236}">
                <a16:creationId xmlns:a16="http://schemas.microsoft.com/office/drawing/2014/main" id="{86727400-53B1-332C-7740-64027E8903D8}"/>
              </a:ext>
            </a:extLst>
          </p:cNvPr>
          <p:cNvSpPr/>
          <p:nvPr/>
        </p:nvSpPr>
        <p:spPr>
          <a:xfrm>
            <a:off x="9141714" y="1009396"/>
            <a:ext cx="2748797" cy="7802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91" name="Text 15">
            <a:extLst>
              <a:ext uri="{FF2B5EF4-FFF2-40B4-BE49-F238E27FC236}">
                <a16:creationId xmlns:a16="http://schemas.microsoft.com/office/drawing/2014/main" id="{C809F3CD-641D-BDD7-1932-5FA0680B9E15}"/>
              </a:ext>
            </a:extLst>
          </p:cNvPr>
          <p:cNvSpPr/>
          <p:nvPr/>
        </p:nvSpPr>
        <p:spPr>
          <a:xfrm>
            <a:off x="9141714" y="1058164"/>
            <a:ext cx="2748797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>
                <a:solidFill>
                  <a:srgbClr val="C00000"/>
                </a:solidFill>
              </a:rPr>
              <a:t>외부 연동</a:t>
            </a:r>
          </a:p>
        </p:txBody>
      </p:sp>
      <p:sp>
        <p:nvSpPr>
          <p:cNvPr id="92" name="Text 16">
            <a:extLst>
              <a:ext uri="{FF2B5EF4-FFF2-40B4-BE49-F238E27FC236}">
                <a16:creationId xmlns:a16="http://schemas.microsoft.com/office/drawing/2014/main" id="{26383DFD-E33A-EEE1-0720-C08AF4EA6F45}"/>
              </a:ext>
            </a:extLst>
          </p:cNvPr>
          <p:cNvSpPr/>
          <p:nvPr/>
        </p:nvSpPr>
        <p:spPr>
          <a:xfrm>
            <a:off x="9141714" y="1314196"/>
            <a:ext cx="2748797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A0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별도 비용 검토</a:t>
            </a:r>
            <a:endParaRPr lang="en-US" sz="1733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D59CF1C-F724-1A45-5A5D-008D4385F828}"/>
              </a:ext>
            </a:extLst>
          </p:cNvPr>
          <p:cNvSpPr txBox="1"/>
          <p:nvPr/>
        </p:nvSpPr>
        <p:spPr>
          <a:xfrm>
            <a:off x="4194048" y="1887220"/>
            <a:ext cx="2063242" cy="340514"/>
          </a:xfrm>
          <a:prstGeom prst="roundRect">
            <a:avLst/>
          </a:prstGeom>
          <a:solidFill>
            <a:schemeClr val="bg1"/>
          </a:solidFill>
          <a:ln w="12700" cap="flat">
            <a:solidFill>
              <a:srgbClr val="C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1400" b="1" i="0" u="none" strike="noStrike" cap="none" spc="0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제품 구성 </a:t>
            </a:r>
            <a:r>
              <a:rPr kumimoji="0" lang="en-US" altLang="ko-KR" sz="1400" b="1" i="0" u="none" strike="noStrike" cap="none" spc="0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Case </a:t>
            </a:r>
            <a:r>
              <a:rPr kumimoji="0" lang="ko-KR" altLang="en-US" sz="1400" b="1" i="0" u="none" strike="noStrike" cap="none" spc="0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별 단가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7A499D2-504B-52CC-04CD-6CBB79279EF2}"/>
              </a:ext>
            </a:extLst>
          </p:cNvPr>
          <p:cNvSpPr txBox="1"/>
          <p:nvPr/>
        </p:nvSpPr>
        <p:spPr>
          <a:xfrm>
            <a:off x="4194047" y="5395314"/>
            <a:ext cx="7696463" cy="348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171450" indent="-171450">
              <a:lnSpc>
                <a:spcPct val="150000"/>
              </a:lnSpc>
              <a:buFont typeface="Wingdings" panose="05000000000000000000" pitchFamily="2" charset="2"/>
              <a:buChar char="§"/>
              <a:defRPr sz="1133">
                <a:solidFill>
                  <a:srgbClr val="52484A"/>
                </a:solidFill>
              </a:defRPr>
            </a:lvl1pPr>
          </a:lstStyle>
          <a:p>
            <a:pPr marL="0" indent="0">
              <a:buNone/>
            </a:pPr>
            <a:r>
              <a:rPr lang="en-US" altLang="ko-KR" sz="1200" i="1" dirty="0"/>
              <a:t>※ </a:t>
            </a:r>
            <a:r>
              <a:rPr lang="ko-KR" altLang="en-US" sz="1200" i="1" dirty="0"/>
              <a:t>종래에 사용중인 관리 시스템이 존재할 경우</a:t>
            </a:r>
            <a:r>
              <a:rPr lang="en-US" altLang="ko-KR" sz="1200" i="1" dirty="0"/>
              <a:t>, </a:t>
            </a:r>
            <a:r>
              <a:rPr lang="ko-KR" altLang="en-US" sz="1200" i="1" dirty="0"/>
              <a:t>연동의 방식과 범위에 따라 추가 비용 발생할 수 있습니다</a:t>
            </a:r>
            <a:r>
              <a:rPr lang="en-US" altLang="ko-KR" sz="1200" i="1" dirty="0"/>
              <a:t>.</a:t>
            </a:r>
            <a:endParaRPr lang="ko-KR" altLang="en-US" sz="1200" b="1" i="1" dirty="0">
              <a:solidFill>
                <a:srgbClr val="FF0000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4859465-60FB-7EAD-4A10-CFFE7C8EC6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499946"/>
              </p:ext>
            </p:extLst>
          </p:nvPr>
        </p:nvGraphicFramePr>
        <p:xfrm>
          <a:off x="4194047" y="2325270"/>
          <a:ext cx="7696463" cy="286938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3762">
                  <a:extLst>
                    <a:ext uri="{9D8B030D-6E8A-4147-A177-3AD203B41FA5}">
                      <a16:colId xmlns:a16="http://schemas.microsoft.com/office/drawing/2014/main" val="1571763992"/>
                    </a:ext>
                  </a:extLst>
                </a:gridCol>
                <a:gridCol w="3020591">
                  <a:extLst>
                    <a:ext uri="{9D8B030D-6E8A-4147-A177-3AD203B41FA5}">
                      <a16:colId xmlns:a16="http://schemas.microsoft.com/office/drawing/2014/main" val="2432488988"/>
                    </a:ext>
                  </a:extLst>
                </a:gridCol>
                <a:gridCol w="1163325">
                  <a:extLst>
                    <a:ext uri="{9D8B030D-6E8A-4147-A177-3AD203B41FA5}">
                      <a16:colId xmlns:a16="http://schemas.microsoft.com/office/drawing/2014/main" val="1677601294"/>
                    </a:ext>
                  </a:extLst>
                </a:gridCol>
                <a:gridCol w="2358785">
                  <a:extLst>
                    <a:ext uri="{9D8B030D-6E8A-4147-A177-3AD203B41FA5}">
                      <a16:colId xmlns:a16="http://schemas.microsoft.com/office/drawing/2014/main" val="2032616443"/>
                    </a:ext>
                  </a:extLst>
                </a:gridCol>
              </a:tblGrid>
              <a:tr h="56663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3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시스템 분류</a:t>
                      </a:r>
                    </a:p>
                  </a:txBody>
                  <a:tcPr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3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상세 항목</a:t>
                      </a:r>
                    </a:p>
                  </a:txBody>
                  <a:tcPr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3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단가</a:t>
                      </a:r>
                      <a:r>
                        <a:rPr lang="en-US" altLang="ko-KR" sz="113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(KRW)</a:t>
                      </a:r>
                      <a:endParaRPr lang="ko-KR" altLang="en-US" sz="113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3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비고</a:t>
                      </a:r>
                    </a:p>
                  </a:txBody>
                  <a:tcPr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66389"/>
                  </a:ext>
                </a:extLst>
              </a:tr>
              <a:tr h="60282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기본 시스템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시스템 운용 서버</a:t>
                      </a:r>
                      <a:br>
                        <a:rPr lang="en-US" altLang="ko-KR" sz="11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</a:br>
                      <a:r>
                        <a:rPr lang="ko-KR" altLang="en-US" sz="11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</a:t>
                      </a:r>
                      <a:r>
                        <a:rPr lang="en-US" altLang="ko-KR" sz="11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+</a:t>
                      </a:r>
                      <a:r>
                        <a:rPr lang="ko-KR" altLang="en-US" sz="11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</a:t>
                      </a:r>
                      <a:r>
                        <a:rPr lang="en-US" altLang="ko-KR" sz="11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LPR (</a:t>
                      </a:r>
                      <a:r>
                        <a:rPr lang="ko-KR" altLang="en-US" sz="11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차량 번호 인식</a:t>
                      </a:r>
                      <a:r>
                        <a:rPr lang="en-US" altLang="ko-KR" sz="11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) </a:t>
                      </a:r>
                      <a:endParaRPr lang="ko-KR" altLang="en-US" sz="113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3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16,000,000 </a:t>
                      </a:r>
                      <a:endParaRPr lang="ko-KR" altLang="en-US" sz="113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※ </a:t>
                      </a:r>
                      <a:r>
                        <a:rPr lang="ko-KR" altLang="en-US" sz="11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필수</a:t>
                      </a:r>
                      <a:r>
                        <a:rPr lang="en-US" altLang="ko-KR" sz="11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11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기본 시스템</a:t>
                      </a:r>
                      <a:endParaRPr lang="en-US" altLang="ko-KR" sz="113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1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(</a:t>
                      </a:r>
                      <a:r>
                        <a:rPr lang="ko-KR" altLang="en-US" sz="11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전광판</a:t>
                      </a:r>
                      <a:r>
                        <a:rPr lang="en-US" altLang="ko-KR" sz="11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11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서버</a:t>
                      </a:r>
                      <a:r>
                        <a:rPr lang="en-US" altLang="ko-KR" sz="11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11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카메라 포함</a:t>
                      </a:r>
                      <a:r>
                        <a:rPr lang="en-US" altLang="ko-KR" sz="11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)</a:t>
                      </a:r>
                      <a:endParaRPr lang="ko-KR" altLang="en-US" sz="113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0060913"/>
                  </a:ext>
                </a:extLst>
              </a:tr>
              <a:tr h="56663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Option 1</a:t>
                      </a:r>
                      <a:endParaRPr lang="ko-KR" altLang="en-US" sz="113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Vision </a:t>
                      </a:r>
                      <a:r>
                        <a:rPr lang="ko-KR" altLang="en-US" sz="11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기반 차량 외관 검사 시스템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30" i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+ 3,000,000</a:t>
                      </a:r>
                      <a:endParaRPr lang="ko-KR" altLang="en-US" sz="1130" i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Option</a:t>
                      </a:r>
                      <a:endParaRPr lang="ko-KR" altLang="en-US" sz="113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8111633"/>
                  </a:ext>
                </a:extLst>
              </a:tr>
              <a:tr h="56663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Option 2</a:t>
                      </a:r>
                      <a:endParaRPr lang="ko-KR" altLang="en-US" sz="113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차량 제동 시간 검사 시스템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30" i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+ 3,000,000</a:t>
                      </a:r>
                      <a:endParaRPr lang="ko-KR" altLang="en-US" sz="1130" i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Option</a:t>
                      </a:r>
                      <a:endParaRPr lang="ko-KR" altLang="en-US" sz="113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7438799"/>
                  </a:ext>
                </a:extLst>
              </a:tr>
              <a:tr h="56663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Option 3</a:t>
                      </a:r>
                      <a:endParaRPr lang="ko-KR" altLang="en-US" sz="113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타이어 </a:t>
                      </a:r>
                      <a:r>
                        <a:rPr lang="ko-KR" altLang="en-US" sz="113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트레드</a:t>
                      </a:r>
                      <a:r>
                        <a:rPr lang="ko-KR" altLang="en-US" sz="11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깊이 측정 검사 시스템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30" i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+ 3,000,000</a:t>
                      </a:r>
                      <a:endParaRPr lang="ko-KR" altLang="en-US" sz="1130" i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Option</a:t>
                      </a:r>
                      <a:endParaRPr lang="ko-KR" altLang="en-US" sz="113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455809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51250-6E18-5388-302F-6EC7F2862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>
            <a:extLst>
              <a:ext uri="{FF2B5EF4-FFF2-40B4-BE49-F238E27FC236}">
                <a16:creationId xmlns:a16="http://schemas.microsoft.com/office/drawing/2014/main" id="{9A6CC031-D1C5-EDB2-4306-6934BCBE3212}"/>
              </a:ext>
            </a:extLst>
          </p:cNvPr>
          <p:cNvSpPr/>
          <p:nvPr/>
        </p:nvSpPr>
        <p:spPr>
          <a:xfrm>
            <a:off x="0" y="0"/>
            <a:ext cx="12192000" cy="950976"/>
          </a:xfrm>
          <a:prstGeom prst="rect">
            <a:avLst/>
          </a:prstGeom>
          <a:gradFill flip="none" rotWithShape="1">
            <a:gsLst>
              <a:gs pos="0">
                <a:srgbClr val="1C2B4A"/>
              </a:gs>
              <a:gs pos="44000">
                <a:srgbClr val="1C2B4A">
                  <a:alpha val="80000"/>
                </a:srgbClr>
              </a:gs>
              <a:gs pos="60000">
                <a:srgbClr val="1C2B4A">
                  <a:alpha val="60000"/>
                </a:srgbClr>
              </a:gs>
              <a:gs pos="77000">
                <a:srgbClr val="1C2B4A">
                  <a:alpha val="10000"/>
                </a:srgbClr>
              </a:gs>
            </a:gsLst>
            <a:lin ang="0" scaled="1"/>
            <a:tileRect/>
          </a:gradFill>
          <a:ln w="1270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DCC0E2F-D5F7-0565-47FB-0DABDE8F5AC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 l="35303" t="27702" r="36690" b="34987"/>
          <a:stretch>
            <a:fillRect/>
          </a:stretch>
        </p:blipFill>
        <p:spPr>
          <a:xfrm>
            <a:off x="9666575" y="225053"/>
            <a:ext cx="710498" cy="54084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F843645-B17A-DEC8-874D-B7C3E8E5FF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6675" y="272935"/>
            <a:ext cx="1594625" cy="396776"/>
          </a:xfrm>
          <a:prstGeom prst="rect">
            <a:avLst/>
          </a:prstGeom>
        </p:spPr>
      </p:pic>
      <p:sp>
        <p:nvSpPr>
          <p:cNvPr id="3" name="Shape 1">
            <a:extLst>
              <a:ext uri="{FF2B5EF4-FFF2-40B4-BE49-F238E27FC236}">
                <a16:creationId xmlns:a16="http://schemas.microsoft.com/office/drawing/2014/main" id="{06711B57-748A-211B-2B60-2FA03454FAB3}"/>
              </a:ext>
            </a:extLst>
          </p:cNvPr>
          <p:cNvSpPr/>
          <p:nvPr/>
        </p:nvSpPr>
        <p:spPr>
          <a:xfrm>
            <a:off x="0" y="0"/>
            <a:ext cx="243840" cy="950976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330EFA7-39F6-BA36-A8C0-F68948EA4AF0}"/>
              </a:ext>
            </a:extLst>
          </p:cNvPr>
          <p:cNvSpPr/>
          <p:nvPr/>
        </p:nvSpPr>
        <p:spPr>
          <a:xfrm>
            <a:off x="365760" y="146304"/>
            <a:ext cx="950976" cy="341376"/>
          </a:xfrm>
          <a:prstGeom prst="rect">
            <a:avLst/>
          </a:prstGeom>
          <a:solidFill>
            <a:srgbClr val="1C2B4A"/>
          </a:solidFill>
          <a:ln w="9525">
            <a:solidFill>
              <a:srgbClr val="1A5FA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2219306-AE7C-9447-A64E-CC9F98B961D2}"/>
              </a:ext>
            </a:extLst>
          </p:cNvPr>
          <p:cNvSpPr/>
          <p:nvPr/>
        </p:nvSpPr>
        <p:spPr>
          <a:xfrm>
            <a:off x="365760" y="146304"/>
            <a:ext cx="950976" cy="341376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1" spc="267" dirty="0">
                <a:solidFill>
                  <a:schemeClr val="accent6"/>
                </a:solidFill>
              </a:rPr>
              <a:t>PKG 02-2</a:t>
            </a:r>
            <a:endParaRPr lang="en-US" sz="1000" dirty="0">
              <a:solidFill>
                <a:schemeClr val="accent6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15AEBBB-311D-6022-5892-B3AFDB99D79A}"/>
              </a:ext>
            </a:extLst>
          </p:cNvPr>
          <p:cNvSpPr/>
          <p:nvPr/>
        </p:nvSpPr>
        <p:spPr>
          <a:xfrm>
            <a:off x="1487424" y="60960"/>
            <a:ext cx="853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Site Safety Guard</a:t>
            </a:r>
            <a:r>
              <a:rPr lang="en-US" altLang="ko-KR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(</a:t>
            </a:r>
            <a:r>
              <a:rPr lang="ko-KR" alt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구독형 모델 조건</a:t>
            </a:r>
            <a:r>
              <a:rPr lang="en-US" altLang="ko-KR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)</a:t>
            </a:r>
            <a:endParaRPr lang="en-US" sz="2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FB82FD1-AC4F-2976-0C4B-1543E83C0233}"/>
              </a:ext>
            </a:extLst>
          </p:cNvPr>
          <p:cNvSpPr/>
          <p:nvPr/>
        </p:nvSpPr>
        <p:spPr>
          <a:xfrm>
            <a:off x="1487424" y="597408"/>
            <a:ext cx="853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 err="1">
                <a:solidFill>
                  <a:schemeClr val="bg1">
                    <a:lumMod val="95000"/>
                  </a:schemeClr>
                </a:solidFill>
              </a:rPr>
              <a:t>건설현장</a:t>
            </a:r>
            <a:r>
              <a:rPr lang="en-US" sz="1133" dirty="0">
                <a:solidFill>
                  <a:schemeClr val="bg1">
                    <a:lumMod val="95000"/>
                  </a:schemeClr>
                </a:solidFill>
              </a:rPr>
              <a:t> 차량 안전검사 시스템  —  현대건설 진행중</a:t>
            </a:r>
          </a:p>
        </p:txBody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A1086DDC-DC26-09C9-8AC1-E39896026959}"/>
              </a:ext>
            </a:extLst>
          </p:cNvPr>
          <p:cNvSpPr/>
          <p:nvPr/>
        </p:nvSpPr>
        <p:spPr>
          <a:xfrm>
            <a:off x="0" y="6011498"/>
            <a:ext cx="7581145" cy="840406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D38725AA-3D65-3CC9-7464-DCC45324FED1}"/>
              </a:ext>
            </a:extLst>
          </p:cNvPr>
          <p:cNvSpPr/>
          <p:nvPr/>
        </p:nvSpPr>
        <p:spPr>
          <a:xfrm>
            <a:off x="365760" y="6018784"/>
            <a:ext cx="17068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70C8B0"/>
                </a:solidFill>
              </a:rPr>
              <a:t>※</a:t>
            </a:r>
            <a:r>
              <a:rPr lang="en-US" sz="1000" b="1" dirty="0">
                <a:solidFill>
                  <a:srgbClr val="70C8B0"/>
                </a:solidFill>
              </a:rPr>
              <a:t>  워런티 정책</a:t>
            </a:r>
            <a:endParaRPr lang="en-US" sz="1000" dirty="0"/>
          </a:p>
        </p:txBody>
      </p:sp>
      <p:sp>
        <p:nvSpPr>
          <p:cNvPr id="74" name="Text 72">
            <a:extLst>
              <a:ext uri="{FF2B5EF4-FFF2-40B4-BE49-F238E27FC236}">
                <a16:creationId xmlns:a16="http://schemas.microsoft.com/office/drawing/2014/main" id="{3F8D1B43-2652-2EE7-D9D8-B00F9497FB8E}"/>
              </a:ext>
            </a:extLst>
          </p:cNvPr>
          <p:cNvSpPr/>
          <p:nvPr/>
        </p:nvSpPr>
        <p:spPr>
          <a:xfrm>
            <a:off x="365760" y="6274816"/>
            <a:ext cx="560832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chemeClr val="bg1">
                    <a:lumMod val="95000"/>
                  </a:schemeClr>
                </a:solidFill>
              </a:rPr>
              <a:t>·  </a:t>
            </a:r>
            <a:r>
              <a:rPr lang="ko-KR" altLang="en-US" sz="933" dirty="0">
                <a:solidFill>
                  <a:schemeClr val="bg1">
                    <a:lumMod val="95000"/>
                  </a:schemeClr>
                </a:solidFill>
              </a:rPr>
              <a:t>구독기간 내</a:t>
            </a:r>
            <a:r>
              <a:rPr lang="en-US" sz="933" dirty="0">
                <a:solidFill>
                  <a:schemeClr val="bg1">
                    <a:lumMod val="95000"/>
                  </a:schemeClr>
                </a:solidFill>
              </a:rPr>
              <a:t> 무상 대응</a:t>
            </a:r>
          </a:p>
        </p:txBody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F453CD08-7F5C-82D5-43CA-464073378894}"/>
              </a:ext>
            </a:extLst>
          </p:cNvPr>
          <p:cNvSpPr/>
          <p:nvPr/>
        </p:nvSpPr>
        <p:spPr>
          <a:xfrm>
            <a:off x="2268220" y="6119876"/>
            <a:ext cx="12192" cy="648000"/>
          </a:xfrm>
          <a:prstGeom prst="rect">
            <a:avLst/>
          </a:prstGeom>
          <a:solidFill>
            <a:srgbClr val="2E4460"/>
          </a:solidFill>
          <a:ln w="12700">
            <a:solidFill>
              <a:srgbClr val="2E446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209CDF11-836B-8746-8955-0B22CBBFF34C}"/>
              </a:ext>
            </a:extLst>
          </p:cNvPr>
          <p:cNvSpPr/>
          <p:nvPr/>
        </p:nvSpPr>
        <p:spPr>
          <a:xfrm>
            <a:off x="2833624" y="6018784"/>
            <a:ext cx="1828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70C8B0"/>
                </a:solidFill>
              </a:rPr>
              <a:t>※</a:t>
            </a:r>
            <a:r>
              <a:rPr lang="en-US" sz="1000" b="1" dirty="0">
                <a:solidFill>
                  <a:srgbClr val="70C8B0"/>
                </a:solidFill>
              </a:rPr>
              <a:t>  결제 조건</a:t>
            </a:r>
            <a:endParaRPr lang="en-US" sz="1000" dirty="0"/>
          </a:p>
        </p:txBody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72F8B64D-1512-0032-8200-AA93DC74157E}"/>
              </a:ext>
            </a:extLst>
          </p:cNvPr>
          <p:cNvSpPr/>
          <p:nvPr/>
        </p:nvSpPr>
        <p:spPr>
          <a:xfrm>
            <a:off x="2833624" y="6274816"/>
            <a:ext cx="27310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chemeClr val="bg1">
                    <a:lumMod val="95000"/>
                  </a:schemeClr>
                </a:solidFill>
              </a:rPr>
              <a:t>·  </a:t>
            </a:r>
            <a:r>
              <a:rPr lang="en-US" sz="933" dirty="0" err="1">
                <a:solidFill>
                  <a:schemeClr val="bg1">
                    <a:lumMod val="95000"/>
                  </a:schemeClr>
                </a:solidFill>
              </a:rPr>
              <a:t>계약</a:t>
            </a:r>
            <a:r>
              <a:rPr lang="en-US" sz="933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ko-KR" altLang="en-US" sz="933" dirty="0">
                <a:solidFill>
                  <a:schemeClr val="bg1">
                    <a:lumMod val="95000"/>
                  </a:schemeClr>
                </a:solidFill>
              </a:rPr>
              <a:t>후</a:t>
            </a:r>
            <a:r>
              <a:rPr lang="en-US" altLang="ko-KR" sz="933" dirty="0">
                <a:solidFill>
                  <a:schemeClr val="bg1">
                    <a:lumMod val="95000"/>
                  </a:schemeClr>
                </a:solidFill>
              </a:rPr>
              <a:t>,</a:t>
            </a:r>
            <a:r>
              <a:rPr lang="en-US" sz="933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ko-KR" altLang="en-US" sz="933" dirty="0">
                <a:solidFill>
                  <a:schemeClr val="bg1">
                    <a:lumMod val="95000"/>
                  </a:schemeClr>
                </a:solidFill>
              </a:rPr>
              <a:t>매월 당월 구독료의 </a:t>
            </a:r>
            <a:r>
              <a:rPr lang="en-US" sz="933" dirty="0">
                <a:solidFill>
                  <a:schemeClr val="bg1">
                    <a:lumMod val="95000"/>
                  </a:schemeClr>
                </a:solidFill>
              </a:rPr>
              <a:t>100%</a:t>
            </a:r>
            <a:r>
              <a:rPr lang="ko-KR" altLang="en-US" sz="933" dirty="0">
                <a:solidFill>
                  <a:schemeClr val="bg1">
                    <a:lumMod val="95000"/>
                  </a:schemeClr>
                </a:solidFill>
              </a:rPr>
              <a:t>를 지불 </a:t>
            </a:r>
            <a:r>
              <a:rPr lang="en-US" altLang="ko-KR" sz="933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ko-KR" altLang="en-US" sz="933" dirty="0">
                <a:solidFill>
                  <a:schemeClr val="bg1">
                    <a:lumMod val="95000"/>
                  </a:schemeClr>
                </a:solidFill>
              </a:rPr>
              <a:t>선불</a:t>
            </a:r>
            <a:r>
              <a:rPr lang="en-US" altLang="ko-KR" sz="933" dirty="0">
                <a:solidFill>
                  <a:schemeClr val="bg1">
                    <a:lumMod val="95000"/>
                  </a:schemeClr>
                </a:solidFill>
              </a:rPr>
              <a:t>)</a:t>
            </a:r>
            <a:endParaRPr lang="en-US" sz="933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2" name="Text 80">
            <a:extLst>
              <a:ext uri="{FF2B5EF4-FFF2-40B4-BE49-F238E27FC236}">
                <a16:creationId xmlns:a16="http://schemas.microsoft.com/office/drawing/2014/main" id="{46C4402D-47AB-DFE4-3549-86E3B7172116}"/>
              </a:ext>
            </a:extLst>
          </p:cNvPr>
          <p:cNvSpPr/>
          <p:nvPr/>
        </p:nvSpPr>
        <p:spPr>
          <a:xfrm>
            <a:off x="2684164" y="6483829"/>
            <a:ext cx="229209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ko-KR" altLang="en-US" sz="1000" b="1" i="1" dirty="0">
                <a:solidFill>
                  <a:srgbClr val="FF0000"/>
                </a:solidFill>
              </a:rPr>
              <a:t>구독형 모델의 경우</a:t>
            </a:r>
            <a:r>
              <a:rPr lang="en-US" altLang="ko-KR" sz="1000" b="1" i="1" dirty="0">
                <a:solidFill>
                  <a:srgbClr val="FF0000"/>
                </a:solidFill>
              </a:rPr>
              <a:t>, </a:t>
            </a:r>
            <a:r>
              <a:rPr lang="ko-KR" altLang="en-US" sz="1000" b="1" i="1" dirty="0">
                <a:solidFill>
                  <a:srgbClr val="FF0000"/>
                </a:solidFill>
              </a:rPr>
              <a:t>해외 수출 불가</a:t>
            </a:r>
            <a:endParaRPr lang="en-US" sz="1000" b="1" dirty="0">
              <a:solidFill>
                <a:srgbClr val="FF0000"/>
              </a:solidFill>
            </a:endParaRPr>
          </a:p>
        </p:txBody>
      </p:sp>
      <p:sp>
        <p:nvSpPr>
          <p:cNvPr id="8" name="Shape 14">
            <a:extLst>
              <a:ext uri="{FF2B5EF4-FFF2-40B4-BE49-F238E27FC236}">
                <a16:creationId xmlns:a16="http://schemas.microsoft.com/office/drawing/2014/main" id="{EA448E48-0B3D-B083-010A-89E15F01D66C}"/>
              </a:ext>
            </a:extLst>
          </p:cNvPr>
          <p:cNvSpPr/>
          <p:nvPr/>
        </p:nvSpPr>
        <p:spPr>
          <a:xfrm>
            <a:off x="322832" y="1009396"/>
            <a:ext cx="5773167" cy="7802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Text 15">
            <a:extLst>
              <a:ext uri="{FF2B5EF4-FFF2-40B4-BE49-F238E27FC236}">
                <a16:creationId xmlns:a16="http://schemas.microsoft.com/office/drawing/2014/main" id="{03B1B7B6-9ED2-80D0-AAC7-1D3CC9781AA0}"/>
              </a:ext>
            </a:extLst>
          </p:cNvPr>
          <p:cNvSpPr/>
          <p:nvPr/>
        </p:nvSpPr>
        <p:spPr>
          <a:xfrm>
            <a:off x="322832" y="1058164"/>
            <a:ext cx="5773167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933" dirty="0">
                <a:solidFill>
                  <a:srgbClr val="C00000"/>
                </a:solidFill>
              </a:rPr>
              <a:t>구독 기간별 차등 요금제 </a:t>
            </a:r>
            <a:r>
              <a:rPr lang="en-US" altLang="ko-KR" sz="933" dirty="0">
                <a:solidFill>
                  <a:srgbClr val="C00000"/>
                </a:solidFill>
              </a:rPr>
              <a:t>(</a:t>
            </a:r>
            <a:r>
              <a:rPr lang="ko-KR" altLang="en-US" sz="933" dirty="0">
                <a:solidFill>
                  <a:srgbClr val="C00000"/>
                </a:solidFill>
              </a:rPr>
              <a:t>전체 세트 구성 기준</a:t>
            </a:r>
            <a:r>
              <a:rPr lang="en-US" altLang="ko-KR" sz="933" dirty="0">
                <a:solidFill>
                  <a:srgbClr val="C00000"/>
                </a:solidFill>
              </a:rPr>
              <a:t>)</a:t>
            </a:r>
            <a:endParaRPr lang="en-US" sz="933" dirty="0">
              <a:solidFill>
                <a:srgbClr val="C00000"/>
              </a:solidFill>
            </a:endParaRPr>
          </a:p>
        </p:txBody>
      </p:sp>
      <p:sp>
        <p:nvSpPr>
          <p:cNvPr id="83" name="Text 16">
            <a:extLst>
              <a:ext uri="{FF2B5EF4-FFF2-40B4-BE49-F238E27FC236}">
                <a16:creationId xmlns:a16="http://schemas.microsoft.com/office/drawing/2014/main" id="{14ECE306-C4C1-849B-C23E-E61C7A9BDB50}"/>
              </a:ext>
            </a:extLst>
          </p:cNvPr>
          <p:cNvSpPr/>
          <p:nvPr/>
        </p:nvSpPr>
        <p:spPr>
          <a:xfrm>
            <a:off x="1072132" y="1400821"/>
            <a:ext cx="2150861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000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₩2,800,000</a:t>
            </a:r>
            <a:r>
              <a:rPr lang="en-US" sz="1400" b="1" dirty="0">
                <a:solidFill>
                  <a:srgbClr val="000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/</a:t>
            </a:r>
            <a:r>
              <a:rPr lang="ko-KR" altLang="en-US" sz="1400" b="1" dirty="0">
                <a:solidFill>
                  <a:srgbClr val="000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월</a:t>
            </a:r>
            <a:endParaRPr lang="en-US" sz="1733" dirty="0">
              <a:solidFill>
                <a:srgbClr val="0000FF"/>
              </a:solidFill>
            </a:endParaRPr>
          </a:p>
        </p:txBody>
      </p:sp>
      <p:sp>
        <p:nvSpPr>
          <p:cNvPr id="84" name="Shape 17">
            <a:extLst>
              <a:ext uri="{FF2B5EF4-FFF2-40B4-BE49-F238E27FC236}">
                <a16:creationId xmlns:a16="http://schemas.microsoft.com/office/drawing/2014/main" id="{77C98838-BE47-5A00-8C53-DDF7464208B6}"/>
              </a:ext>
            </a:extLst>
          </p:cNvPr>
          <p:cNvSpPr/>
          <p:nvPr/>
        </p:nvSpPr>
        <p:spPr>
          <a:xfrm>
            <a:off x="6157839" y="1009396"/>
            <a:ext cx="1877465" cy="7802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85" name="Text 18">
            <a:extLst>
              <a:ext uri="{FF2B5EF4-FFF2-40B4-BE49-F238E27FC236}">
                <a16:creationId xmlns:a16="http://schemas.microsoft.com/office/drawing/2014/main" id="{E4402FD4-8FBE-B778-D366-784ED5B7D962}"/>
              </a:ext>
            </a:extLst>
          </p:cNvPr>
          <p:cNvSpPr/>
          <p:nvPr/>
        </p:nvSpPr>
        <p:spPr>
          <a:xfrm>
            <a:off x="6157839" y="1058164"/>
            <a:ext cx="1877465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>
                <a:solidFill>
                  <a:srgbClr val="C00000"/>
                </a:solidFill>
              </a:rPr>
              <a:t>납기</a:t>
            </a:r>
          </a:p>
        </p:txBody>
      </p:sp>
      <p:sp>
        <p:nvSpPr>
          <p:cNvPr id="86" name="Text 19">
            <a:extLst>
              <a:ext uri="{FF2B5EF4-FFF2-40B4-BE49-F238E27FC236}">
                <a16:creationId xmlns:a16="http://schemas.microsoft.com/office/drawing/2014/main" id="{1B2D22DF-D7C5-1DD1-000F-CAB62A68CF39}"/>
              </a:ext>
            </a:extLst>
          </p:cNvPr>
          <p:cNvSpPr/>
          <p:nvPr/>
        </p:nvSpPr>
        <p:spPr>
          <a:xfrm>
            <a:off x="6157839" y="1314196"/>
            <a:ext cx="1877465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A5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1개월</a:t>
            </a:r>
            <a:endParaRPr lang="en-US" sz="1600" dirty="0"/>
          </a:p>
        </p:txBody>
      </p:sp>
      <p:sp>
        <p:nvSpPr>
          <p:cNvPr id="87" name="Shape 11">
            <a:extLst>
              <a:ext uri="{FF2B5EF4-FFF2-40B4-BE49-F238E27FC236}">
                <a16:creationId xmlns:a16="http://schemas.microsoft.com/office/drawing/2014/main" id="{A2EAD3AE-34EA-286A-D8C5-2E7D85B52659}"/>
              </a:ext>
            </a:extLst>
          </p:cNvPr>
          <p:cNvSpPr/>
          <p:nvPr/>
        </p:nvSpPr>
        <p:spPr>
          <a:xfrm>
            <a:off x="8080436" y="1009396"/>
            <a:ext cx="1877465" cy="7802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88" name="Text 12">
            <a:extLst>
              <a:ext uri="{FF2B5EF4-FFF2-40B4-BE49-F238E27FC236}">
                <a16:creationId xmlns:a16="http://schemas.microsoft.com/office/drawing/2014/main" id="{B89B5B32-81D4-782D-40FA-7699C39AD3AD}"/>
              </a:ext>
            </a:extLst>
          </p:cNvPr>
          <p:cNvSpPr/>
          <p:nvPr/>
        </p:nvSpPr>
        <p:spPr>
          <a:xfrm>
            <a:off x="8080436" y="1058164"/>
            <a:ext cx="1877465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933" dirty="0">
                <a:solidFill>
                  <a:srgbClr val="C00000"/>
                </a:solidFill>
              </a:rPr>
              <a:t>현장 </a:t>
            </a:r>
            <a:r>
              <a:rPr lang="en-US" sz="933" dirty="0" err="1">
                <a:solidFill>
                  <a:srgbClr val="C00000"/>
                </a:solidFill>
              </a:rPr>
              <a:t>설치비</a:t>
            </a:r>
            <a:endParaRPr lang="en-US" sz="933" dirty="0">
              <a:solidFill>
                <a:srgbClr val="C00000"/>
              </a:solidFill>
            </a:endParaRPr>
          </a:p>
        </p:txBody>
      </p:sp>
      <p:sp>
        <p:nvSpPr>
          <p:cNvPr id="89" name="Text 13">
            <a:extLst>
              <a:ext uri="{FF2B5EF4-FFF2-40B4-BE49-F238E27FC236}">
                <a16:creationId xmlns:a16="http://schemas.microsoft.com/office/drawing/2014/main" id="{2BEDDB7B-1FE8-73C4-9090-0A10566E1A75}"/>
              </a:ext>
            </a:extLst>
          </p:cNvPr>
          <p:cNvSpPr/>
          <p:nvPr/>
        </p:nvSpPr>
        <p:spPr>
          <a:xfrm>
            <a:off x="8080436" y="1314196"/>
            <a:ext cx="1877465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5248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별도</a:t>
            </a:r>
            <a:endParaRPr lang="en-US" sz="1733" dirty="0"/>
          </a:p>
        </p:txBody>
      </p:sp>
      <p:sp>
        <p:nvSpPr>
          <p:cNvPr id="90" name="Shape 14">
            <a:extLst>
              <a:ext uri="{FF2B5EF4-FFF2-40B4-BE49-F238E27FC236}">
                <a16:creationId xmlns:a16="http://schemas.microsoft.com/office/drawing/2014/main" id="{26D26B6C-78C7-0D6B-3958-514CE11C4552}"/>
              </a:ext>
            </a:extLst>
          </p:cNvPr>
          <p:cNvSpPr/>
          <p:nvPr/>
        </p:nvSpPr>
        <p:spPr>
          <a:xfrm>
            <a:off x="10010515" y="1009396"/>
            <a:ext cx="1877465" cy="7802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91" name="Text 15">
            <a:extLst>
              <a:ext uri="{FF2B5EF4-FFF2-40B4-BE49-F238E27FC236}">
                <a16:creationId xmlns:a16="http://schemas.microsoft.com/office/drawing/2014/main" id="{7A84EF1C-B88D-BB26-863B-CFCB726BC22E}"/>
              </a:ext>
            </a:extLst>
          </p:cNvPr>
          <p:cNvSpPr/>
          <p:nvPr/>
        </p:nvSpPr>
        <p:spPr>
          <a:xfrm>
            <a:off x="10010515" y="1058164"/>
            <a:ext cx="1877465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>
                <a:solidFill>
                  <a:srgbClr val="C00000"/>
                </a:solidFill>
              </a:rPr>
              <a:t>외부 연동</a:t>
            </a:r>
          </a:p>
        </p:txBody>
      </p:sp>
      <p:sp>
        <p:nvSpPr>
          <p:cNvPr id="92" name="Text 16">
            <a:extLst>
              <a:ext uri="{FF2B5EF4-FFF2-40B4-BE49-F238E27FC236}">
                <a16:creationId xmlns:a16="http://schemas.microsoft.com/office/drawing/2014/main" id="{F13997EE-D0B8-6745-9AF5-EDD34D57068B}"/>
              </a:ext>
            </a:extLst>
          </p:cNvPr>
          <p:cNvSpPr/>
          <p:nvPr/>
        </p:nvSpPr>
        <p:spPr>
          <a:xfrm>
            <a:off x="10010515" y="1314196"/>
            <a:ext cx="1877465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A0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별도 비용 검토</a:t>
            </a:r>
            <a:endParaRPr lang="en-US" sz="1733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9224AAF-9DFF-006F-64F8-A59A4375C6BE}"/>
              </a:ext>
            </a:extLst>
          </p:cNvPr>
          <p:cNvSpPr txBox="1"/>
          <p:nvPr/>
        </p:nvSpPr>
        <p:spPr>
          <a:xfrm>
            <a:off x="343932" y="2003332"/>
            <a:ext cx="2063242" cy="340514"/>
          </a:xfrm>
          <a:prstGeom prst="roundRect">
            <a:avLst/>
          </a:prstGeom>
          <a:solidFill>
            <a:schemeClr val="bg1"/>
          </a:solidFill>
          <a:ln w="12700" cap="flat">
            <a:solidFill>
              <a:srgbClr val="C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1400" b="1" i="0" u="none" strike="noStrike" cap="none" spc="0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제품 구성 </a:t>
            </a:r>
            <a:r>
              <a:rPr kumimoji="0" lang="en-US" altLang="ko-KR" sz="1400" b="1" i="0" u="none" strike="noStrike" cap="none" spc="0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Case </a:t>
            </a:r>
            <a:r>
              <a:rPr kumimoji="0" lang="ko-KR" altLang="en-US" sz="1400" b="1" i="0" u="none" strike="noStrike" cap="none" spc="0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별 단가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B765C32-192C-279E-113C-52300021EFBB}"/>
              </a:ext>
            </a:extLst>
          </p:cNvPr>
          <p:cNvSpPr txBox="1"/>
          <p:nvPr/>
        </p:nvSpPr>
        <p:spPr>
          <a:xfrm>
            <a:off x="365760" y="5535014"/>
            <a:ext cx="7674634" cy="348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171450" indent="-171450">
              <a:lnSpc>
                <a:spcPct val="150000"/>
              </a:lnSpc>
              <a:buFont typeface="Wingdings" panose="05000000000000000000" pitchFamily="2" charset="2"/>
              <a:buChar char="§"/>
              <a:defRPr sz="1133">
                <a:solidFill>
                  <a:srgbClr val="52484A"/>
                </a:solidFill>
              </a:defRPr>
            </a:lvl1pPr>
          </a:lstStyle>
          <a:p>
            <a:pPr marL="0" indent="0">
              <a:buNone/>
            </a:pPr>
            <a:r>
              <a:rPr lang="en-US" altLang="ko-KR" sz="1200" i="1" dirty="0"/>
              <a:t>※ </a:t>
            </a:r>
            <a:r>
              <a:rPr lang="ko-KR" altLang="en-US" sz="1200" i="1" dirty="0"/>
              <a:t>종래에 사용중인 관리 시스템이 존재할 경우</a:t>
            </a:r>
            <a:r>
              <a:rPr lang="en-US" altLang="ko-KR" sz="1200" i="1" dirty="0"/>
              <a:t>, </a:t>
            </a:r>
            <a:r>
              <a:rPr lang="ko-KR" altLang="en-US" sz="1200" i="1" dirty="0"/>
              <a:t>연동의 방식과 범위에 따라 추가 비용 발생할 수 있습니다</a:t>
            </a:r>
            <a:r>
              <a:rPr lang="en-US" altLang="ko-KR" sz="1200" i="1" dirty="0"/>
              <a:t>.</a:t>
            </a:r>
            <a:endParaRPr lang="ko-KR" altLang="en-US" sz="1200" b="1" i="1" dirty="0">
              <a:solidFill>
                <a:srgbClr val="FF0000"/>
              </a:solidFill>
            </a:endParaRPr>
          </a:p>
        </p:txBody>
      </p:sp>
      <p:sp>
        <p:nvSpPr>
          <p:cNvPr id="2" name="Text 16">
            <a:extLst>
              <a:ext uri="{FF2B5EF4-FFF2-40B4-BE49-F238E27FC236}">
                <a16:creationId xmlns:a16="http://schemas.microsoft.com/office/drawing/2014/main" id="{EF88E3F0-FDBB-90DD-3A51-C8519F131708}"/>
              </a:ext>
            </a:extLst>
          </p:cNvPr>
          <p:cNvSpPr/>
          <p:nvPr/>
        </p:nvSpPr>
        <p:spPr>
          <a:xfrm>
            <a:off x="3224789" y="1408575"/>
            <a:ext cx="2150861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000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₩2,050,000</a:t>
            </a:r>
            <a:r>
              <a:rPr lang="en-US" altLang="ko-KR" sz="1400" b="1" dirty="0">
                <a:solidFill>
                  <a:srgbClr val="000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/</a:t>
            </a:r>
            <a:r>
              <a:rPr lang="ko-KR" altLang="en-US" sz="1400" b="1" dirty="0">
                <a:solidFill>
                  <a:srgbClr val="000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월</a:t>
            </a:r>
            <a:endParaRPr lang="en-US" sz="1733" dirty="0">
              <a:solidFill>
                <a:srgbClr val="0000FF"/>
              </a:solidFill>
            </a:endParaRPr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FB007AD9-40D1-F417-4469-4C090B9874D3}"/>
              </a:ext>
            </a:extLst>
          </p:cNvPr>
          <p:cNvSpPr/>
          <p:nvPr/>
        </p:nvSpPr>
        <p:spPr>
          <a:xfrm>
            <a:off x="1404668" y="1301477"/>
            <a:ext cx="1485787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933" dirty="0">
                <a:solidFill>
                  <a:srgbClr val="FF0000"/>
                </a:solidFill>
              </a:rPr>
              <a:t>6</a:t>
            </a:r>
            <a:r>
              <a:rPr lang="ko-KR" altLang="en-US" sz="933" dirty="0">
                <a:solidFill>
                  <a:srgbClr val="FF0000"/>
                </a:solidFill>
              </a:rPr>
              <a:t>개월 플랜 </a:t>
            </a:r>
            <a:r>
              <a:rPr lang="en-US" altLang="ko-KR" sz="933" dirty="0">
                <a:solidFill>
                  <a:srgbClr val="FF0000"/>
                </a:solidFill>
              </a:rPr>
              <a:t>(</a:t>
            </a:r>
            <a:r>
              <a:rPr lang="ko-KR" altLang="en-US" sz="933" dirty="0">
                <a:solidFill>
                  <a:srgbClr val="FF0000"/>
                </a:solidFill>
              </a:rPr>
              <a:t>단기</a:t>
            </a:r>
            <a:r>
              <a:rPr lang="en-US" altLang="ko-KR" sz="933" dirty="0">
                <a:solidFill>
                  <a:srgbClr val="FF0000"/>
                </a:solidFill>
              </a:rPr>
              <a:t>)</a:t>
            </a:r>
            <a:endParaRPr lang="en-US" sz="933" dirty="0">
              <a:solidFill>
                <a:srgbClr val="FF0000"/>
              </a:solidFill>
            </a:endParaRPr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3118A0C3-C619-C167-12DD-1103E9A320E4}"/>
              </a:ext>
            </a:extLst>
          </p:cNvPr>
          <p:cNvSpPr/>
          <p:nvPr/>
        </p:nvSpPr>
        <p:spPr>
          <a:xfrm>
            <a:off x="3544519" y="1299287"/>
            <a:ext cx="1485787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933" dirty="0">
                <a:solidFill>
                  <a:srgbClr val="FF0000"/>
                </a:solidFill>
              </a:rPr>
              <a:t>1</a:t>
            </a:r>
            <a:r>
              <a:rPr lang="ko-KR" altLang="en-US" sz="933" dirty="0">
                <a:solidFill>
                  <a:srgbClr val="FF0000"/>
                </a:solidFill>
              </a:rPr>
              <a:t>년 플랜 </a:t>
            </a:r>
            <a:r>
              <a:rPr lang="en-US" altLang="ko-KR" sz="933" dirty="0">
                <a:solidFill>
                  <a:srgbClr val="FF0000"/>
                </a:solidFill>
              </a:rPr>
              <a:t>(</a:t>
            </a:r>
            <a:r>
              <a:rPr lang="ko-KR" altLang="en-US" sz="933" dirty="0">
                <a:solidFill>
                  <a:srgbClr val="FF0000"/>
                </a:solidFill>
              </a:rPr>
              <a:t>표준</a:t>
            </a:r>
            <a:r>
              <a:rPr lang="en-US" altLang="ko-KR" sz="933" dirty="0">
                <a:solidFill>
                  <a:srgbClr val="FF0000"/>
                </a:solidFill>
              </a:rPr>
              <a:t>)</a:t>
            </a:r>
            <a:endParaRPr lang="en-US" sz="933" dirty="0">
              <a:solidFill>
                <a:srgbClr val="FF0000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491FCEFB-2906-4028-1ACD-79D841D216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142341"/>
              </p:ext>
            </p:extLst>
          </p:nvPr>
        </p:nvGraphicFramePr>
        <p:xfrm>
          <a:off x="365760" y="2462276"/>
          <a:ext cx="7215386" cy="3082650"/>
        </p:xfrm>
        <a:graphic>
          <a:graphicData uri="http://schemas.openxmlformats.org/drawingml/2006/table">
            <a:tbl>
              <a:tblPr/>
              <a:tblGrid>
                <a:gridCol w="1173079">
                  <a:extLst>
                    <a:ext uri="{9D8B030D-6E8A-4147-A177-3AD203B41FA5}">
                      <a16:colId xmlns:a16="http://schemas.microsoft.com/office/drawing/2014/main" val="3082234511"/>
                    </a:ext>
                  </a:extLst>
                </a:gridCol>
                <a:gridCol w="1178669">
                  <a:extLst>
                    <a:ext uri="{9D8B030D-6E8A-4147-A177-3AD203B41FA5}">
                      <a16:colId xmlns:a16="http://schemas.microsoft.com/office/drawing/2014/main" val="3318177130"/>
                    </a:ext>
                  </a:extLst>
                </a:gridCol>
                <a:gridCol w="2431819">
                  <a:extLst>
                    <a:ext uri="{9D8B030D-6E8A-4147-A177-3AD203B41FA5}">
                      <a16:colId xmlns:a16="http://schemas.microsoft.com/office/drawing/2014/main" val="2653419651"/>
                    </a:ext>
                  </a:extLst>
                </a:gridCol>
                <a:gridCol w="2431819">
                  <a:extLst>
                    <a:ext uri="{9D8B030D-6E8A-4147-A177-3AD203B41FA5}">
                      <a16:colId xmlns:a16="http://schemas.microsoft.com/office/drawing/2014/main" val="2612698605"/>
                    </a:ext>
                  </a:extLst>
                </a:gridCol>
              </a:tblGrid>
              <a:tr h="40147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시스템 분류</a:t>
                      </a:r>
                    </a:p>
                  </a:txBody>
                  <a:tcPr marR="11430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판매 단가 </a:t>
                      </a:r>
                    </a:p>
                  </a:txBody>
                  <a:tcPr marR="11430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개월 플랜 </a:t>
                      </a:r>
                      <a:r>
                        <a:rPr lang="en-US" altLang="ko-KR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단기</a:t>
                      </a:r>
                      <a:r>
                        <a:rPr lang="en-US" altLang="ko-KR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13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R="11430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개월 플랜 </a:t>
                      </a:r>
                      <a:r>
                        <a:rPr lang="en-US" altLang="ko-KR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표준</a:t>
                      </a:r>
                      <a:r>
                        <a:rPr lang="en-US" altLang="ko-KR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13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R="11430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9382613"/>
                  </a:ext>
                </a:extLst>
              </a:tr>
              <a:tr h="53623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기본 시스템</a:t>
                      </a:r>
                      <a:br>
                        <a:rPr lang="en-US" altLang="ko-KR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</a:br>
                      <a:endParaRPr lang="en-US" altLang="ko-KR" sz="113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R="11430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13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16,000,000</a:t>
                      </a:r>
                      <a:endParaRPr lang="ko-KR" altLang="en-US" sz="113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R="11430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1,780,000 x</a:t>
                      </a:r>
                      <a:r>
                        <a:rPr lang="ko-KR" altLang="en-US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개월</a:t>
                      </a:r>
                      <a:endParaRPr lang="ko-KR" altLang="en-US" sz="113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R="11430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1,300,000 x</a:t>
                      </a:r>
                      <a:r>
                        <a:rPr lang="ko-KR" altLang="en-US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개월</a:t>
                      </a:r>
                      <a:endParaRPr lang="ko-KR" altLang="en-US" sz="113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R="11430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0988324"/>
                  </a:ext>
                </a:extLst>
              </a:tr>
              <a:tr h="53623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Option 1</a:t>
                      </a:r>
                      <a:br>
                        <a:rPr lang="en-US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</a:br>
                      <a:endParaRPr lang="en-US" altLang="ko-KR" sz="113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R="11430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13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+ 3,000,000</a:t>
                      </a:r>
                      <a:endParaRPr lang="ko-KR" altLang="en-US" sz="113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R="11430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+ 340,000 x</a:t>
                      </a:r>
                      <a:r>
                        <a:rPr lang="ko-KR" altLang="en-US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개월</a:t>
                      </a:r>
                      <a:endParaRPr lang="ko-KR" altLang="en-US" sz="113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R="11430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+ 250,000 x</a:t>
                      </a:r>
                      <a:r>
                        <a:rPr lang="ko-KR" altLang="en-US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개월</a:t>
                      </a:r>
                      <a:endParaRPr lang="ko-KR" altLang="en-US" sz="113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R="11430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553918"/>
                  </a:ext>
                </a:extLst>
              </a:tr>
              <a:tr h="53623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Option 2</a:t>
                      </a:r>
                      <a:br>
                        <a:rPr lang="en-US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</a:br>
                      <a:endParaRPr lang="en-US" altLang="ko-KR" sz="113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R="11430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13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+ 3,000,000</a:t>
                      </a:r>
                      <a:endParaRPr lang="ko-KR" altLang="en-US" sz="113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R="11430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+ 340,000 x</a:t>
                      </a:r>
                      <a:r>
                        <a:rPr lang="ko-KR" altLang="en-US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개월</a:t>
                      </a:r>
                      <a:endParaRPr lang="ko-KR" altLang="en-US" sz="113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R="11430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+ 250,000 x</a:t>
                      </a:r>
                      <a:r>
                        <a:rPr lang="ko-KR" altLang="en-US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개월</a:t>
                      </a:r>
                      <a:endParaRPr lang="ko-KR" altLang="en-US" sz="113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R="11430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9955864"/>
                  </a:ext>
                </a:extLst>
              </a:tr>
              <a:tr h="53623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Option 3</a:t>
                      </a:r>
                      <a:br>
                        <a:rPr lang="en-US" altLang="ko-KR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</a:br>
                      <a:endParaRPr lang="en-US" altLang="ko-KR" sz="113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R="11430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13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+ 3,000,000</a:t>
                      </a:r>
                      <a:endParaRPr lang="ko-KR" altLang="en-US" sz="113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R="11430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+ 340,000 x</a:t>
                      </a:r>
                      <a:r>
                        <a:rPr lang="ko-KR" altLang="en-US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개월</a:t>
                      </a:r>
                      <a:endParaRPr lang="ko-KR" altLang="en-US" sz="113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R="11430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+ 250,000 x</a:t>
                      </a:r>
                      <a:r>
                        <a:rPr lang="ko-KR" altLang="en-US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개월</a:t>
                      </a:r>
                      <a:endParaRPr lang="ko-KR" altLang="en-US" sz="113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R="11430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6389196"/>
                  </a:ext>
                </a:extLst>
              </a:tr>
              <a:tr h="53623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Full Set </a:t>
                      </a:r>
                      <a:br>
                        <a:rPr lang="en-US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전체</a:t>
                      </a:r>
                      <a:r>
                        <a:rPr lang="en-US" altLang="ko-KR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13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R="11430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13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25,000,000</a:t>
                      </a:r>
                      <a:endParaRPr lang="ko-KR" altLang="en-US" sz="113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R="11430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2,800,000 x</a:t>
                      </a:r>
                      <a:r>
                        <a:rPr lang="ko-KR" altLang="en-US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개월</a:t>
                      </a:r>
                      <a:endParaRPr lang="ko-KR" altLang="en-US" sz="113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R="11430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2,050,000 x</a:t>
                      </a:r>
                      <a:r>
                        <a:rPr lang="ko-KR" altLang="en-US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113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개월</a:t>
                      </a:r>
                      <a:endParaRPr lang="ko-KR" altLang="en-US" sz="113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R="11430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30847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DAF0F9AF-93A2-A2AF-0BFE-866F4CFA2838}"/>
              </a:ext>
            </a:extLst>
          </p:cNvPr>
          <p:cNvSpPr txBox="1"/>
          <p:nvPr/>
        </p:nvSpPr>
        <p:spPr>
          <a:xfrm>
            <a:off x="7715257" y="1847446"/>
            <a:ext cx="4416043" cy="4657109"/>
          </a:xfrm>
          <a:prstGeom prst="rect">
            <a:avLst/>
          </a:prstGeom>
          <a:solidFill>
            <a:srgbClr val="FFFFCC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1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Google Sans"/>
              </a:rPr>
              <a:t>■ 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Google Sans"/>
              </a:rPr>
              <a:t>구독 서비스 이용 정책</a:t>
            </a:r>
            <a:endParaRPr kumimoji="0" lang="en-US" altLang="ko-KR" sz="1100" b="1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  <a:ea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600" b="1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  <a:ea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Google Sans Text"/>
              </a:rPr>
              <a:t>1. 약정 플랜별 의무 사용 기간 (최소 구독 기간)</a:t>
            </a: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0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Google Sans Text"/>
              </a:rPr>
              <a:t> -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Google Sans Text"/>
              </a:rPr>
              <a:t>6개월 약정 플랜: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Google Sans Text"/>
              </a:rPr>
              <a:t> 의무 사용 기간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Google Sans Text"/>
              </a:rPr>
              <a:t>3개월</a:t>
            </a: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lvl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Google Sans Text"/>
              </a:rPr>
              <a:t> -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Google Sans Text"/>
              </a:rPr>
              <a:t>12개월 약정 플랜: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Google Sans Text"/>
              </a:rPr>
              <a:t> 의무 사용 기간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Google Sans Text"/>
              </a:rPr>
              <a:t>6개월</a:t>
            </a:r>
            <a:endParaRPr kumimoji="0" lang="en-US" altLang="ko-KR" sz="1000" b="1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lvl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Google Sans Text"/>
              </a:rPr>
              <a:t>2. 중도 해지 시 정산 및 위약금 규정</a:t>
            </a: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Google Sans Text"/>
              </a:rPr>
              <a:t>약정 기간 내 서비스를 중도 해지할 경우, 아래의 기준에 따라 정산 비용 및 위약금이 발생합니다.</a:t>
            </a: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lvl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Google Sans Text"/>
              </a:rPr>
              <a:t> -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Google Sans Text"/>
              </a:rPr>
              <a:t>의무 사용 기간 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Google Sans Text"/>
              </a:rPr>
              <a:t>미충족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Google Sans Text"/>
              </a:rPr>
              <a:t> 시: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Google Sans Text"/>
              </a:rPr>
              <a:t> 해지 시점부터 '의무 사용 기간' 종료일까지의 잔여 요금은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Google Sans Text"/>
              </a:rPr>
              <a:t>100% 청구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Google Sans Text"/>
              </a:rPr>
              <a:t>됩니다. </a:t>
            </a: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lvl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Google Sans Text"/>
              </a:rPr>
              <a:t>  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Google Sans Text"/>
              </a:rPr>
              <a:t>(해당 월 이용료는 해지일 기준 일할 계산 적용)</a:t>
            </a:r>
          </a:p>
          <a:p>
            <a:pPr lvl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Google Sans Text"/>
              </a:rPr>
              <a:t> -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Google Sans Text"/>
              </a:rPr>
              <a:t>의무 사용 기간 경과 후 해지 시: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Google Sans Text"/>
              </a:rPr>
              <a:t> 의무 기간 종료일 익일부터 '기존 약정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Google Sans Text"/>
              </a:rPr>
              <a:t>만료일'까지의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Google Sans Text"/>
              </a:rPr>
              <a:t> 총 잔여 구독료 중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Google Sans Text"/>
              </a:rPr>
              <a:t>50%를 위약금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Google Sans Text"/>
              </a:rPr>
              <a:t>으로 산정하여 청구합니다.</a:t>
            </a: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lvl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Google Sans Text"/>
              </a:rPr>
              <a:t>3. 장비 반납 및 원상복구 의무</a:t>
            </a: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lvl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Google Sans Text"/>
              </a:rPr>
              <a:t> -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Google Sans Text"/>
              </a:rPr>
              <a:t>계약 종료 또는 해지 시, 임대한 모든 시스템 구성품은 인도 당시의 원상태로 반납되어야 합니다. </a:t>
            </a:r>
          </a:p>
          <a:p>
            <a:pPr lvl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Google Sans Text"/>
              </a:rPr>
              <a:t> -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Google Sans Text"/>
              </a:rPr>
              <a:t>통상적인 마모를 제외한 사용자의 부주의나 현장 과실에 의한 물리적 파손, 훼손이 확인될 경우, 실비 기준의 수리비 또는 장비 교체 비용이 별도로 청구될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3148948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테마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테마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  <wetp:taskpane dockstate="right" visibility="0" width="350" row="4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12BFCB55-5A07-484B-9CE8-D3E1180B3007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BF9390C0-1AD0-4A2D-9473-F39D759B4F16}">
  <we:reference id="wa200005566" version="3.0.0.3" store="ko-KR" storeType="OMEX"/>
  <we:alternateReferences>
    <we:reference id="WA200005566" version="3.0.0.3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975</Words>
  <Application>Microsoft Office PowerPoint</Application>
  <PresentationFormat>와이드스크린</PresentationFormat>
  <Paragraphs>171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맑은 고딕</vt:lpstr>
      <vt:lpstr>Arial</vt:lpstr>
      <vt:lpstr>Trebuchet MS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기술지원팀</dc:creator>
  <cp:lastModifiedBy>JY J</cp:lastModifiedBy>
  <cp:revision>15</cp:revision>
  <dcterms:modified xsi:type="dcterms:W3CDTF">2026-03-11T06:56:37Z</dcterms:modified>
</cp:coreProperties>
</file>
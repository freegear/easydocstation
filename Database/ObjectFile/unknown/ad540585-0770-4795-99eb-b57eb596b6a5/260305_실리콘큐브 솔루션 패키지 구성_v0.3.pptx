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7" r:id="rId2"/>
    <p:sldId id="277" r:id="rId3"/>
    <p:sldId id="259" r:id="rId4"/>
    <p:sldId id="278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7AC42-5E84-41EF-9949-6E40305BCC34}" v="4" dt="2026-03-05T08:13:47.064"/>
    <p1510:client id="{202A076D-E0C6-47FA-98A6-7AD01915E712}" v="1355" dt="2026-03-05T09:27:35.01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7007" autoAdjust="0"/>
  </p:normalViewPr>
  <p:slideViewPr>
    <p:cSldViewPr snapToGrid="0">
      <p:cViewPr>
        <p:scale>
          <a:sx n="132" d="100"/>
          <a:sy n="132" d="100"/>
        </p:scale>
        <p:origin x="320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 J" userId="9b3c7142ec981d42" providerId="LiveId" clId="{76C9870D-5849-42B8-8854-4BEA38412540}"/>
    <pc:docChg chg="undo custSel modSld">
      <pc:chgData name="JY J" userId="9b3c7142ec981d42" providerId="LiveId" clId="{76C9870D-5849-42B8-8854-4BEA38412540}" dt="2026-03-05T09:27:35.018" v="1351" actId="1036"/>
      <pc:docMkLst>
        <pc:docMk/>
      </pc:docMkLst>
      <pc:sldChg chg="addSp delSp modSp mod modNotesTx">
        <pc:chgData name="JY J" userId="9b3c7142ec981d42" providerId="LiveId" clId="{76C9870D-5849-42B8-8854-4BEA38412540}" dt="2026-03-05T09:27:35.018" v="1351" actId="1036"/>
        <pc:sldMkLst>
          <pc:docMk/>
          <pc:sldMk cId="0" sldId="259"/>
        </pc:sldMkLst>
        <pc:spChg chg="mod">
          <ac:chgData name="JY J" userId="9b3c7142ec981d42" providerId="LiveId" clId="{76C9870D-5849-42B8-8854-4BEA38412540}" dt="2026-03-05T08:50:08.545" v="303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JY J" userId="9b3c7142ec981d42" providerId="LiveId" clId="{76C9870D-5849-42B8-8854-4BEA38412540}" dt="2026-03-05T09:14:07.857" v="762" actId="20577"/>
          <ac:spMkLst>
            <pc:docMk/>
            <pc:sldMk cId="0" sldId="259"/>
            <ac:spMk id="7" creationId="{00000000-0000-0000-0000-000000000000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" creationId="{D5734E22-8EF5-449A-E16D-E01F237B6B48}"/>
          </ac:spMkLst>
        </pc:spChg>
        <pc:spChg chg="add mod">
          <ac:chgData name="JY J" userId="9b3c7142ec981d42" providerId="LiveId" clId="{76C9870D-5849-42B8-8854-4BEA38412540}" dt="2026-03-05T09:20:23.880" v="865" actId="20577"/>
          <ac:spMkLst>
            <pc:docMk/>
            <pc:sldMk cId="0" sldId="259"/>
            <ac:spMk id="9" creationId="{E1639DEF-98FF-A728-FB59-8B815C04B93F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JY J" userId="9b3c7142ec981d42" providerId="LiveId" clId="{76C9870D-5849-42B8-8854-4BEA38412540}" dt="2026-03-05T09:15:03.865" v="764" actId="47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21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23" creationId="{00000000-0000-0000-0000-000000000000}"/>
          </ac:spMkLst>
        </pc:spChg>
        <pc:spChg chg="mod">
          <ac:chgData name="JY J" userId="9b3c7142ec981d42" providerId="LiveId" clId="{76C9870D-5849-42B8-8854-4BEA38412540}" dt="2026-03-05T09:19:31.639" v="831" actId="14100"/>
          <ac:spMkLst>
            <pc:docMk/>
            <pc:sldMk cId="0" sldId="259"/>
            <ac:spMk id="24" creationId="{00000000-0000-0000-0000-000000000000}"/>
          </ac:spMkLst>
        </pc:spChg>
        <pc:spChg chg="del mod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27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Y J" userId="9b3c7142ec981d42" providerId="LiveId" clId="{76C9870D-5849-42B8-8854-4BEA38412540}" dt="2026-03-05T09:17:08.448" v="792" actId="21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Y J" userId="9b3c7142ec981d42" providerId="LiveId" clId="{76C9870D-5849-42B8-8854-4BEA38412540}" dt="2026-03-05T09:16:26.090" v="786" actId="1035"/>
          <ac:spMkLst>
            <pc:docMk/>
            <pc:sldMk cId="0" sldId="259"/>
            <ac:spMk id="31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32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33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36" creationId="{00000000-0000-0000-0000-000000000000}"/>
          </ac:spMkLst>
        </pc:spChg>
        <pc:spChg chg="del">
          <ac:chgData name="JY J" userId="9b3c7142ec981d42" providerId="LiveId" clId="{76C9870D-5849-42B8-8854-4BEA38412540}" dt="2026-03-05T09:16:49.978" v="787" actId="478"/>
          <ac:spMkLst>
            <pc:docMk/>
            <pc:sldMk cId="0" sldId="259"/>
            <ac:spMk id="38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39" creationId="{00000000-0000-0000-0000-000000000000}"/>
          </ac:spMkLst>
        </pc:spChg>
        <pc:spChg chg="mod">
          <ac:chgData name="JY J" userId="9b3c7142ec981d42" providerId="LiveId" clId="{76C9870D-5849-42B8-8854-4BEA38412540}" dt="2026-03-05T09:20:02.719" v="841" actId="14100"/>
          <ac:spMkLst>
            <pc:docMk/>
            <pc:sldMk cId="0" sldId="259"/>
            <ac:spMk id="40" creationId="{00000000-0000-0000-0000-000000000000}"/>
          </ac:spMkLst>
        </pc:spChg>
        <pc:spChg chg="mod">
          <ac:chgData name="JY J" userId="9b3c7142ec981d42" providerId="LiveId" clId="{76C9870D-5849-42B8-8854-4BEA38412540}" dt="2026-03-05T09:19:51.753" v="836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JY J" userId="9b3c7142ec981d42" providerId="LiveId" clId="{76C9870D-5849-42B8-8854-4BEA38412540}" dt="2026-03-05T09:19:58.472" v="840" actId="1035"/>
          <ac:spMkLst>
            <pc:docMk/>
            <pc:sldMk cId="0" sldId="259"/>
            <ac:spMk id="42" creationId="{00000000-0000-0000-0000-000000000000}"/>
          </ac:spMkLst>
        </pc:spChg>
        <pc:spChg chg="del mod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43" creationId="{00000000-0000-0000-0000-000000000000}"/>
          </ac:spMkLst>
        </pc:spChg>
        <pc:spChg chg="del mod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44" creationId="{00000000-0000-0000-0000-000000000000}"/>
          </ac:spMkLst>
        </pc:spChg>
        <pc:spChg chg="mod">
          <ac:chgData name="JY J" userId="9b3c7142ec981d42" providerId="LiveId" clId="{76C9870D-5849-42B8-8854-4BEA38412540}" dt="2026-03-05T09:20:07.751" v="843" actId="1076"/>
          <ac:spMkLst>
            <pc:docMk/>
            <pc:sldMk cId="0" sldId="259"/>
            <ac:spMk id="45" creationId="{00000000-0000-0000-0000-000000000000}"/>
          </ac:spMkLst>
        </pc:spChg>
        <pc:spChg chg="del mod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46" creationId="{00000000-0000-0000-0000-000000000000}"/>
          </ac:spMkLst>
        </pc:spChg>
        <pc:spChg chg="del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47" creationId="{00000000-0000-0000-0000-000000000000}"/>
          </ac:spMkLst>
        </pc:spChg>
        <pc:spChg chg="del mod">
          <ac:chgData name="JY J" userId="9b3c7142ec981d42" providerId="LiveId" clId="{76C9870D-5849-42B8-8854-4BEA38412540}" dt="2026-03-05T09:19:45.787" v="835" actId="478"/>
          <ac:spMkLst>
            <pc:docMk/>
            <pc:sldMk cId="0" sldId="259"/>
            <ac:spMk id="48" creationId="{00000000-0000-0000-0000-000000000000}"/>
          </ac:spMkLst>
        </pc:spChg>
        <pc:spChg chg="del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49" creationId="{00000000-0000-0000-0000-000000000000}"/>
          </ac:spMkLst>
        </pc:spChg>
        <pc:spChg chg="del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50" creationId="{00000000-0000-0000-0000-000000000000}"/>
          </ac:spMkLst>
        </pc:spChg>
        <pc:spChg chg="del mod">
          <ac:chgData name="JY J" userId="9b3c7142ec981d42" providerId="LiveId" clId="{76C9870D-5849-42B8-8854-4BEA38412540}" dt="2026-03-05T09:19:45.787" v="835" actId="478"/>
          <ac:spMkLst>
            <pc:docMk/>
            <pc:sldMk cId="0" sldId="259"/>
            <ac:spMk id="51" creationId="{00000000-0000-0000-0000-000000000000}"/>
          </ac:spMkLst>
        </pc:spChg>
        <pc:spChg chg="del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52" creationId="{00000000-0000-0000-0000-000000000000}"/>
          </ac:spMkLst>
        </pc:spChg>
        <pc:spChg chg="del mod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53" creationId="{00000000-0000-0000-0000-000000000000}"/>
          </ac:spMkLst>
        </pc:spChg>
        <pc:spChg chg="del mod">
          <ac:chgData name="JY J" userId="9b3c7142ec981d42" providerId="LiveId" clId="{76C9870D-5849-42B8-8854-4BEA38412540}" dt="2026-03-05T09:19:45.787" v="835" actId="478"/>
          <ac:spMkLst>
            <pc:docMk/>
            <pc:sldMk cId="0" sldId="259"/>
            <ac:spMk id="54" creationId="{00000000-0000-0000-0000-000000000000}"/>
          </ac:spMkLst>
        </pc:spChg>
        <pc:spChg chg="del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55" creationId="{00000000-0000-0000-0000-000000000000}"/>
          </ac:spMkLst>
        </pc:spChg>
        <pc:spChg chg="del">
          <ac:chgData name="JY J" userId="9b3c7142ec981d42" providerId="LiveId" clId="{76C9870D-5849-42B8-8854-4BEA38412540}" dt="2026-03-05T09:17:00.221" v="788" actId="478"/>
          <ac:spMkLst>
            <pc:docMk/>
            <pc:sldMk cId="0" sldId="259"/>
            <ac:spMk id="56" creationId="{00000000-0000-0000-0000-000000000000}"/>
          </ac:spMkLst>
        </pc:spChg>
        <pc:spChg chg="del mod">
          <ac:chgData name="JY J" userId="9b3c7142ec981d42" providerId="LiveId" clId="{76C9870D-5849-42B8-8854-4BEA38412540}" dt="2026-03-05T09:19:45.787" v="835" actId="478"/>
          <ac:spMkLst>
            <pc:docMk/>
            <pc:sldMk cId="0" sldId="259"/>
            <ac:spMk id="57" creationId="{00000000-0000-0000-0000-000000000000}"/>
          </ac:spMkLst>
        </pc:spChg>
        <pc:spChg chg="del">
          <ac:chgData name="JY J" userId="9b3c7142ec981d42" providerId="LiveId" clId="{76C9870D-5849-42B8-8854-4BEA38412540}" dt="2026-03-05T09:16:11.349" v="779" actId="478"/>
          <ac:spMkLst>
            <pc:docMk/>
            <pc:sldMk cId="0" sldId="259"/>
            <ac:spMk id="58" creationId="{00000000-0000-0000-0000-000000000000}"/>
          </ac:spMkLst>
        </pc:spChg>
        <pc:spChg chg="del">
          <ac:chgData name="JY J" userId="9b3c7142ec981d42" providerId="LiveId" clId="{76C9870D-5849-42B8-8854-4BEA38412540}" dt="2026-03-05T09:16:13.640" v="780" actId="478"/>
          <ac:spMkLst>
            <pc:docMk/>
            <pc:sldMk cId="0" sldId="259"/>
            <ac:spMk id="59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0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1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2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3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5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6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7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69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70" creationId="{00000000-0000-0000-0000-000000000000}"/>
          </ac:spMkLst>
        </pc:spChg>
        <pc:spChg chg="del">
          <ac:chgData name="JY J" userId="9b3c7142ec981d42" providerId="LiveId" clId="{76C9870D-5849-42B8-8854-4BEA38412540}" dt="2026-03-05T09:15:47.046" v="777" actId="478"/>
          <ac:spMkLst>
            <pc:docMk/>
            <pc:sldMk cId="0" sldId="259"/>
            <ac:spMk id="71" creationId="{00000000-0000-0000-0000-000000000000}"/>
          </ac:spMkLst>
        </pc:spChg>
        <pc:spChg chg="del">
          <ac:chgData name="JY J" userId="9b3c7142ec981d42" providerId="LiveId" clId="{76C9870D-5849-42B8-8854-4BEA38412540}" dt="2026-03-05T09:16:05.520" v="778" actId="478"/>
          <ac:spMkLst>
            <pc:docMk/>
            <pc:sldMk cId="0" sldId="259"/>
            <ac:spMk id="76" creationId="{00000000-0000-0000-0000-000000000000}"/>
          </ac:spMkLst>
        </pc:spChg>
        <pc:spChg chg="add mod">
          <ac:chgData name="JY J" userId="9b3c7142ec981d42" providerId="LiveId" clId="{76C9870D-5849-42B8-8854-4BEA38412540}" dt="2026-03-05T09:15:16.241" v="775" actId="20577"/>
          <ac:spMkLst>
            <pc:docMk/>
            <pc:sldMk cId="0" sldId="259"/>
            <ac:spMk id="83" creationId="{9F25EE08-504E-385C-CEE5-E25BFA558942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5" creationId="{FE2CD3C8-F5D8-26DC-167E-6170F38F26C9}"/>
          </ac:spMkLst>
        </pc:spChg>
        <pc:spChg chg="add mod">
          <ac:chgData name="JY J" userId="9b3c7142ec981d42" providerId="LiveId" clId="{76C9870D-5849-42B8-8854-4BEA38412540}" dt="2026-03-05T09:15:23.546" v="776" actId="20577"/>
          <ac:spMkLst>
            <pc:docMk/>
            <pc:sldMk cId="0" sldId="259"/>
            <ac:spMk id="86" creationId="{146F6231-14C0-52E9-4AF1-C2203C68C876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7" creationId="{7DA38367-B8C4-A3C7-64E5-F22D16B0955D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88" creationId="{C7E843D3-42CD-CE98-0A8E-319BAF897719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90" creationId="{86727400-53B1-332C-7740-64027E8903D8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91" creationId="{C809F3CD-641D-BDD7-1932-5FA0680B9E15}"/>
          </ac:spMkLst>
        </pc:spChg>
        <pc:spChg chg="add mod">
          <ac:chgData name="JY J" userId="9b3c7142ec981d42" providerId="LiveId" clId="{76C9870D-5849-42B8-8854-4BEA38412540}" dt="2026-03-05T09:15:04.115" v="765"/>
          <ac:spMkLst>
            <pc:docMk/>
            <pc:sldMk cId="0" sldId="259"/>
            <ac:spMk id="92" creationId="{26383DFD-E33A-EEE1-0720-C08AF4EA6F45}"/>
          </ac:spMkLst>
        </pc:spChg>
        <pc:spChg chg="add mod">
          <ac:chgData name="JY J" userId="9b3c7142ec981d42" providerId="LiveId" clId="{76C9870D-5849-42B8-8854-4BEA38412540}" dt="2026-03-05T09:26:58.849" v="1336" actId="113"/>
          <ac:spMkLst>
            <pc:docMk/>
            <pc:sldMk cId="0" sldId="259"/>
            <ac:spMk id="93" creationId="{2D59CF1C-F724-1A45-5A5D-008D4385F828}"/>
          </ac:spMkLst>
        </pc:spChg>
        <pc:spChg chg="add mod">
          <ac:chgData name="JY J" userId="9b3c7142ec981d42" providerId="LiveId" clId="{76C9870D-5849-42B8-8854-4BEA38412540}" dt="2026-03-05T09:27:30.817" v="1339" actId="2710"/>
          <ac:spMkLst>
            <pc:docMk/>
            <pc:sldMk cId="0" sldId="259"/>
            <ac:spMk id="94" creationId="{76F21FC5-1C77-7FCA-8505-60CFB60D7A05}"/>
          </ac:spMkLst>
        </pc:spChg>
        <pc:spChg chg="add mod">
          <ac:chgData name="JY J" userId="9b3c7142ec981d42" providerId="LiveId" clId="{76C9870D-5849-42B8-8854-4BEA38412540}" dt="2026-03-05T09:27:35.018" v="1351" actId="1036"/>
          <ac:spMkLst>
            <pc:docMk/>
            <pc:sldMk cId="0" sldId="259"/>
            <ac:spMk id="95" creationId="{87A499D2-504B-52CC-04CD-6CBB79279EF2}"/>
          </ac:spMkLst>
        </pc:spChg>
        <pc:spChg chg="add mod ord">
          <ac:chgData name="JY J" userId="9b3c7142ec981d42" providerId="LiveId" clId="{76C9870D-5849-42B8-8854-4BEA38412540}" dt="2026-03-05T09:27:17.238" v="1338" actId="207"/>
          <ac:spMkLst>
            <pc:docMk/>
            <pc:sldMk cId="0" sldId="259"/>
            <ac:spMk id="96" creationId="{66DB954F-FBB2-18EF-CB3B-14239E5A8CEC}"/>
          </ac:spMkLst>
        </pc:spChg>
      </pc:sldChg>
      <pc:sldChg chg="addSp delSp modSp mod">
        <pc:chgData name="JY J" userId="9b3c7142ec981d42" providerId="LiveId" clId="{76C9870D-5849-42B8-8854-4BEA38412540}" dt="2026-03-05T09:14:14.834" v="763" actId="20577"/>
        <pc:sldMkLst>
          <pc:docMk/>
          <pc:sldMk cId="0" sldId="277"/>
        </pc:sldMkLst>
        <pc:spChg chg="mod">
          <ac:chgData name="JY J" userId="9b3c7142ec981d42" providerId="LiveId" clId="{76C9870D-5849-42B8-8854-4BEA38412540}" dt="2026-03-05T09:14:14.834" v="763" actId="20577"/>
          <ac:spMkLst>
            <pc:docMk/>
            <pc:sldMk cId="0" sldId="277"/>
            <ac:spMk id="7" creationId="{00000000-0000-0000-0000-000000000000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9" creationId="{7CCE3A10-6AED-F296-5C58-F7A8859C9262}"/>
          </ac:spMkLst>
        </pc:spChg>
        <pc:spChg chg="del">
          <ac:chgData name="JY J" userId="9b3c7142ec981d42" providerId="LiveId" clId="{76C9870D-5849-42B8-8854-4BEA38412540}" dt="2026-03-05T08:42:12.321" v="0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JY J" userId="9b3c7142ec981d42" providerId="LiveId" clId="{76C9870D-5849-42B8-8854-4BEA38412540}" dt="2026-03-05T08:42:14.342" v="1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JY J" userId="9b3c7142ec981d42" providerId="LiveId" clId="{76C9870D-5849-42B8-8854-4BEA38412540}" dt="2026-03-05T08:42:14.342" v="1" actId="478"/>
          <ac:spMkLst>
            <pc:docMk/>
            <pc:sldMk cId="0" sldId="277"/>
            <ac:spMk id="12" creationId="{00000000-0000-0000-0000-000000000000}"/>
          </ac:spMkLst>
        </pc:spChg>
        <pc:spChg chg="del">
          <ac:chgData name="JY J" userId="9b3c7142ec981d42" providerId="LiveId" clId="{76C9870D-5849-42B8-8854-4BEA38412540}" dt="2026-03-05T08:42:12.321" v="0" actId="478"/>
          <ac:spMkLst>
            <pc:docMk/>
            <pc:sldMk cId="0" sldId="277"/>
            <ac:spMk id="13" creationId="{00000000-0000-0000-0000-000000000000}"/>
          </ac:spMkLst>
        </pc:spChg>
        <pc:spChg chg="del">
          <ac:chgData name="JY J" userId="9b3c7142ec981d42" providerId="LiveId" clId="{76C9870D-5849-42B8-8854-4BEA38412540}" dt="2026-03-05T08:42:15.641" v="2" actId="478"/>
          <ac:spMkLst>
            <pc:docMk/>
            <pc:sldMk cId="0" sldId="277"/>
            <ac:spMk id="14" creationId="{00000000-0000-0000-0000-000000000000}"/>
          </ac:spMkLst>
        </pc:spChg>
        <pc:spChg chg="del">
          <ac:chgData name="JY J" userId="9b3c7142ec981d42" providerId="LiveId" clId="{76C9870D-5849-42B8-8854-4BEA38412540}" dt="2026-03-05T08:42:16.840" v="3" actId="478"/>
          <ac:spMkLst>
            <pc:docMk/>
            <pc:sldMk cId="0" sldId="277"/>
            <ac:spMk id="15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16" creationId="{00000000-0000-0000-0000-000000000000}"/>
          </ac:spMkLst>
        </pc:spChg>
        <pc:spChg chg="mod">
          <ac:chgData name="JY J" userId="9b3c7142ec981d42" providerId="LiveId" clId="{76C9870D-5849-42B8-8854-4BEA38412540}" dt="2026-03-05T09:06:53.126" v="574" actId="20577"/>
          <ac:spMkLst>
            <pc:docMk/>
            <pc:sldMk cId="0" sldId="277"/>
            <ac:spMk id="17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18" creationId="{00000000-0000-0000-0000-000000000000}"/>
          </ac:spMkLst>
        </pc:spChg>
        <pc:spChg chg="mod">
          <ac:chgData name="JY J" userId="9b3c7142ec981d42" providerId="LiveId" clId="{76C9870D-5849-42B8-8854-4BEA38412540}" dt="2026-03-05T09:06:28.741" v="552" actId="1038"/>
          <ac:spMkLst>
            <pc:docMk/>
            <pc:sldMk cId="0" sldId="277"/>
            <ac:spMk id="19" creationId="{00000000-0000-0000-0000-000000000000}"/>
          </ac:spMkLst>
        </pc:spChg>
        <pc:spChg chg="mod">
          <ac:chgData name="JY J" userId="9b3c7142ec981d42" providerId="LiveId" clId="{76C9870D-5849-42B8-8854-4BEA38412540}" dt="2026-03-05T09:06:28.741" v="552" actId="1038"/>
          <ac:spMkLst>
            <pc:docMk/>
            <pc:sldMk cId="0" sldId="277"/>
            <ac:spMk id="20" creationId="{00000000-0000-0000-0000-000000000000}"/>
          </ac:spMkLst>
        </pc:spChg>
        <pc:spChg chg="mod">
          <ac:chgData name="JY J" userId="9b3c7142ec981d42" providerId="LiveId" clId="{76C9870D-5849-42B8-8854-4BEA38412540}" dt="2026-03-05T09:06:28.741" v="552" actId="1038"/>
          <ac:spMkLst>
            <pc:docMk/>
            <pc:sldMk cId="0" sldId="277"/>
            <ac:spMk id="21" creationId="{00000000-0000-0000-0000-000000000000}"/>
          </ac:spMkLst>
        </pc:spChg>
        <pc:spChg chg="mod">
          <ac:chgData name="JY J" userId="9b3c7142ec981d42" providerId="LiveId" clId="{76C9870D-5849-42B8-8854-4BEA38412540}" dt="2026-03-05T08:46:57.931" v="212" actId="1036"/>
          <ac:spMkLst>
            <pc:docMk/>
            <pc:sldMk cId="0" sldId="277"/>
            <ac:spMk id="22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23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24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25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26" creationId="{00000000-0000-0000-0000-000000000000}"/>
          </ac:spMkLst>
        </pc:spChg>
        <pc:spChg chg="mod">
          <ac:chgData name="JY J" userId="9b3c7142ec981d42" providerId="LiveId" clId="{76C9870D-5849-42B8-8854-4BEA38412540}" dt="2026-03-05T09:12:58.651" v="754" actId="14100"/>
          <ac:spMkLst>
            <pc:docMk/>
            <pc:sldMk cId="0" sldId="277"/>
            <ac:spMk id="27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28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29" creationId="{00000000-0000-0000-0000-000000000000}"/>
          </ac:spMkLst>
        </pc:spChg>
        <pc:spChg chg="mod">
          <ac:chgData name="JY J" userId="9b3c7142ec981d42" providerId="LiveId" clId="{76C9870D-5849-42B8-8854-4BEA38412540}" dt="2026-03-05T08:46:57.931" v="212" actId="1036"/>
          <ac:spMkLst>
            <pc:docMk/>
            <pc:sldMk cId="0" sldId="277"/>
            <ac:spMk id="30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31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32" creationId="{00000000-0000-0000-0000-000000000000}"/>
          </ac:spMkLst>
        </pc:spChg>
        <pc:spChg chg="mod">
          <ac:chgData name="JY J" userId="9b3c7142ec981d42" providerId="LiveId" clId="{76C9870D-5849-42B8-8854-4BEA38412540}" dt="2026-03-05T08:46:57.931" v="212" actId="1036"/>
          <ac:spMkLst>
            <pc:docMk/>
            <pc:sldMk cId="0" sldId="277"/>
            <ac:spMk id="33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34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35" creationId="{00000000-0000-0000-0000-000000000000}"/>
          </ac:spMkLst>
        </pc:spChg>
        <pc:spChg chg="mod">
          <ac:chgData name="JY J" userId="9b3c7142ec981d42" providerId="LiveId" clId="{76C9870D-5849-42B8-8854-4BEA38412540}" dt="2026-03-05T08:47:57.321" v="256" actId="1035"/>
          <ac:spMkLst>
            <pc:docMk/>
            <pc:sldMk cId="0" sldId="277"/>
            <ac:spMk id="36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37" creationId="{00000000-0000-0000-0000-000000000000}"/>
          </ac:spMkLst>
        </pc:spChg>
        <pc:spChg chg="del">
          <ac:chgData name="JY J" userId="9b3c7142ec981d42" providerId="LiveId" clId="{76C9870D-5849-42B8-8854-4BEA38412540}" dt="2026-03-05T08:43:12.694" v="104" actId="478"/>
          <ac:spMkLst>
            <pc:docMk/>
            <pc:sldMk cId="0" sldId="277"/>
            <ac:spMk id="38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39" creationId="{00000000-0000-0000-0000-000000000000}"/>
          </ac:spMkLst>
        </pc:spChg>
        <pc:spChg chg="add del mod">
          <ac:chgData name="JY J" userId="9b3c7142ec981d42" providerId="LiveId" clId="{76C9870D-5849-42B8-8854-4BEA38412540}" dt="2026-03-05T08:52:54.227" v="363" actId="22"/>
          <ac:spMkLst>
            <pc:docMk/>
            <pc:sldMk cId="0" sldId="277"/>
            <ac:spMk id="41" creationId="{2C5F8ABC-B699-0DE7-8609-425EED76EC5E}"/>
          </ac:spMkLst>
        </pc:spChg>
        <pc:spChg chg="mod">
          <ac:chgData name="JY J" userId="9b3c7142ec981d42" providerId="LiveId" clId="{76C9870D-5849-42B8-8854-4BEA38412540}" dt="2026-03-05T08:51:36.516" v="351" actId="14100"/>
          <ac:spMkLst>
            <pc:docMk/>
            <pc:sldMk cId="0" sldId="277"/>
            <ac:spMk id="43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44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45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46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47" creationId="{00000000-0000-0000-0000-000000000000}"/>
          </ac:spMkLst>
        </pc:spChg>
        <pc:spChg chg="mod">
          <ac:chgData name="JY J" userId="9b3c7142ec981d42" providerId="LiveId" clId="{76C9870D-5849-42B8-8854-4BEA38412540}" dt="2026-03-05T09:13:02.701" v="755" actId="14100"/>
          <ac:spMkLst>
            <pc:docMk/>
            <pc:sldMk cId="0" sldId="277"/>
            <ac:spMk id="48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49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50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51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52" creationId="{00000000-0000-0000-0000-000000000000}"/>
          </ac:spMkLst>
        </pc:spChg>
        <pc:spChg chg="mod">
          <ac:chgData name="JY J" userId="9b3c7142ec981d42" providerId="LiveId" clId="{76C9870D-5849-42B8-8854-4BEA38412540}" dt="2026-03-05T08:51:27.174" v="349" actId="1076"/>
          <ac:spMkLst>
            <pc:docMk/>
            <pc:sldMk cId="0" sldId="277"/>
            <ac:spMk id="54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55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56" creationId="{00000000-0000-0000-0000-000000000000}"/>
          </ac:spMkLst>
        </pc:spChg>
        <pc:spChg chg="del mod">
          <ac:chgData name="JY J" userId="9b3c7142ec981d42" providerId="LiveId" clId="{76C9870D-5849-42B8-8854-4BEA38412540}" dt="2026-03-05T09:02:59.791" v="511" actId="478"/>
          <ac:spMkLst>
            <pc:docMk/>
            <pc:sldMk cId="0" sldId="277"/>
            <ac:spMk id="57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58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60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61" creationId="{00000000-0000-0000-0000-000000000000}"/>
          </ac:spMkLst>
        </pc:spChg>
        <pc:spChg chg="del">
          <ac:chgData name="JY J" userId="9b3c7142ec981d42" providerId="LiveId" clId="{76C9870D-5849-42B8-8854-4BEA38412540}" dt="2026-03-05T08:44:51.956" v="143" actId="478"/>
          <ac:spMkLst>
            <pc:docMk/>
            <pc:sldMk cId="0" sldId="277"/>
            <ac:spMk id="62" creationId="{00000000-0000-0000-0000-000000000000}"/>
          </ac:spMkLst>
        </pc:spChg>
        <pc:spChg chg="mod">
          <ac:chgData name="JY J" userId="9b3c7142ec981d42" providerId="LiveId" clId="{76C9870D-5849-42B8-8854-4BEA38412540}" dt="2026-03-05T08:45:57.024" v="162" actId="1076"/>
          <ac:spMkLst>
            <pc:docMk/>
            <pc:sldMk cId="0" sldId="277"/>
            <ac:spMk id="63" creationId="{00000000-0000-0000-0000-000000000000}"/>
          </ac:spMkLst>
        </pc:spChg>
        <pc:spChg chg="mod">
          <ac:chgData name="JY J" userId="9b3c7142ec981d42" providerId="LiveId" clId="{76C9870D-5849-42B8-8854-4BEA38412540}" dt="2026-03-05T08:51:42.803" v="352" actId="14100"/>
          <ac:spMkLst>
            <pc:docMk/>
            <pc:sldMk cId="0" sldId="277"/>
            <ac:spMk id="64" creationId="{00000000-0000-0000-0000-000000000000}"/>
          </ac:spMkLst>
        </pc:spChg>
        <pc:spChg chg="mod">
          <ac:chgData name="JY J" userId="9b3c7142ec981d42" providerId="LiveId" clId="{76C9870D-5849-42B8-8854-4BEA38412540}" dt="2026-03-05T08:52:06.255" v="357"/>
          <ac:spMkLst>
            <pc:docMk/>
            <pc:sldMk cId="0" sldId="277"/>
            <ac:spMk id="65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66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68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69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1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2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3" creationId="{00000000-0000-0000-0000-000000000000}"/>
          </ac:spMkLst>
        </pc:spChg>
        <pc:spChg chg="mod">
          <ac:chgData name="JY J" userId="9b3c7142ec981d42" providerId="LiveId" clId="{76C9870D-5849-42B8-8854-4BEA38412540}" dt="2026-03-05T08:51:32.035" v="350" actId="1076"/>
          <ac:spMkLst>
            <pc:docMk/>
            <pc:sldMk cId="0" sldId="277"/>
            <ac:spMk id="74" creationId="{00000000-0000-0000-0000-000000000000}"/>
          </ac:spMkLst>
        </pc:spChg>
        <pc:spChg chg="del mod">
          <ac:chgData name="JY J" userId="9b3c7142ec981d42" providerId="LiveId" clId="{76C9870D-5849-42B8-8854-4BEA38412540}" dt="2026-03-05T08:49:41.893" v="300" actId="478"/>
          <ac:spMkLst>
            <pc:docMk/>
            <pc:sldMk cId="0" sldId="277"/>
            <ac:spMk id="76" creationId="{00000000-0000-0000-0000-000000000000}"/>
          </ac:spMkLst>
        </pc:spChg>
        <pc:spChg chg="mod">
          <ac:chgData name="JY J" userId="9b3c7142ec981d42" providerId="LiveId" clId="{76C9870D-5849-42B8-8854-4BEA38412540}" dt="2026-03-05T08:51:48.286" v="356" actId="1036"/>
          <ac:spMkLst>
            <pc:docMk/>
            <pc:sldMk cId="0" sldId="277"/>
            <ac:spMk id="77" creationId="{00000000-0000-0000-0000-000000000000}"/>
          </ac:spMkLst>
        </pc:spChg>
        <pc:spChg chg="mod">
          <ac:chgData name="JY J" userId="9b3c7142ec981d42" providerId="LiveId" clId="{76C9870D-5849-42B8-8854-4BEA38412540}" dt="2026-03-05T08:47:26.063" v="224" actId="14100"/>
          <ac:spMkLst>
            <pc:docMk/>
            <pc:sldMk cId="0" sldId="277"/>
            <ac:spMk id="78" creationId="{00000000-0000-0000-0000-000000000000}"/>
          </ac:spMkLst>
        </pc:spChg>
        <pc:spChg chg="mod">
          <ac:chgData name="JY J" userId="9b3c7142ec981d42" providerId="LiveId" clId="{76C9870D-5849-42B8-8854-4BEA38412540}" dt="2026-03-05T08:48:23.229" v="262" actId="1036"/>
          <ac:spMkLst>
            <pc:docMk/>
            <pc:sldMk cId="0" sldId="277"/>
            <ac:spMk id="79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0" creationId="{00000000-0000-0000-0000-000000000000}"/>
          </ac:spMkLst>
        </pc:spChg>
        <pc:spChg chg="mod">
          <ac:chgData name="JY J" userId="9b3c7142ec981d42" providerId="LiveId" clId="{76C9870D-5849-42B8-8854-4BEA38412540}" dt="2026-03-05T09:13:44.098" v="760"/>
          <ac:spMkLst>
            <pc:docMk/>
            <pc:sldMk cId="0" sldId="277"/>
            <ac:spMk id="81" creationId="{00000000-0000-0000-0000-000000000000}"/>
          </ac:spMkLst>
        </pc:spChg>
        <pc:spChg chg="del mod">
          <ac:chgData name="JY J" userId="9b3c7142ec981d42" providerId="LiveId" clId="{76C9870D-5849-42B8-8854-4BEA38412540}" dt="2026-03-05T09:13:47.196" v="761" actId="478"/>
          <ac:spMkLst>
            <pc:docMk/>
            <pc:sldMk cId="0" sldId="277"/>
            <ac:spMk id="82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3" creationId="{00000000-0000-0000-0000-000000000000}"/>
          </ac:spMkLst>
        </pc:spChg>
        <pc:spChg chg="mod">
          <ac:chgData name="JY J" userId="9b3c7142ec981d42" providerId="LiveId" clId="{76C9870D-5849-42B8-8854-4BEA38412540}" dt="2026-03-05T08:48:23.229" v="262" actId="1036"/>
          <ac:spMkLst>
            <pc:docMk/>
            <pc:sldMk cId="0" sldId="277"/>
            <ac:spMk id="84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5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6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7" creationId="{00000000-0000-0000-0000-000000000000}"/>
          </ac:spMkLst>
        </pc:spChg>
        <pc:spChg chg="mod">
          <ac:chgData name="JY J" userId="9b3c7142ec981d42" providerId="LiveId" clId="{76C9870D-5849-42B8-8854-4BEA38412540}" dt="2026-03-05T08:48:15.743" v="260" actId="1035"/>
          <ac:spMkLst>
            <pc:docMk/>
            <pc:sldMk cId="0" sldId="277"/>
            <ac:spMk id="88" creationId="{00000000-0000-0000-0000-000000000000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89" creationId="{3B1C4EB7-53F9-C965-C949-B06402A28467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91" creationId="{B0331FE9-CD57-B80E-D470-EC813F04E8F9}"/>
          </ac:spMkLst>
        </pc:spChg>
        <pc:spChg chg="add del mod">
          <ac:chgData name="JY J" userId="9b3c7142ec981d42" providerId="LiveId" clId="{76C9870D-5849-42B8-8854-4BEA38412540}" dt="2026-03-05T09:00:17.119" v="477" actId="478"/>
          <ac:spMkLst>
            <pc:docMk/>
            <pc:sldMk cId="0" sldId="277"/>
            <ac:spMk id="93" creationId="{FAD73E00-E4F1-2BDA-604C-9028A5222266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95" creationId="{35C21830-5F45-4D52-D41E-98E7834D9EC5}"/>
          </ac:spMkLst>
        </pc:spChg>
        <pc:spChg chg="add mod">
          <ac:chgData name="JY J" userId="9b3c7142ec981d42" providerId="LiveId" clId="{76C9870D-5849-42B8-8854-4BEA38412540}" dt="2026-03-05T09:12:29.832" v="752" actId="207"/>
          <ac:spMkLst>
            <pc:docMk/>
            <pc:sldMk cId="0" sldId="277"/>
            <ac:spMk id="97" creationId="{363732FE-5F50-56CA-E0AA-7774277DE4A8}"/>
          </ac:spMkLst>
        </pc:spChg>
        <pc:spChg chg="add mod">
          <ac:chgData name="JY J" userId="9b3c7142ec981d42" providerId="LiveId" clId="{76C9870D-5849-42B8-8854-4BEA38412540}" dt="2026-03-05T09:06:15.372" v="551" actId="1037"/>
          <ac:spMkLst>
            <pc:docMk/>
            <pc:sldMk cId="0" sldId="277"/>
            <ac:spMk id="98" creationId="{80FDD9D4-659E-1178-8540-8B6CFFF5A7EF}"/>
          </ac:spMkLst>
        </pc:spChg>
        <pc:spChg chg="add mod">
          <ac:chgData name="JY J" userId="9b3c7142ec981d42" providerId="LiveId" clId="{76C9870D-5849-42B8-8854-4BEA38412540}" dt="2026-03-05T09:06:46.756" v="562" actId="20577"/>
          <ac:spMkLst>
            <pc:docMk/>
            <pc:sldMk cId="0" sldId="277"/>
            <ac:spMk id="99" creationId="{BD752A0C-A0B7-FD5A-8C78-A5F5A8C6151D}"/>
          </ac:spMkLst>
        </pc:spChg>
        <pc:spChg chg="add mod">
          <ac:chgData name="JY J" userId="9b3c7142ec981d42" providerId="LiveId" clId="{76C9870D-5849-42B8-8854-4BEA38412540}" dt="2026-03-05T09:06:15.372" v="551" actId="1037"/>
          <ac:spMkLst>
            <pc:docMk/>
            <pc:sldMk cId="0" sldId="277"/>
            <ac:spMk id="100" creationId="{6497227C-FE1A-1791-5C18-FB4FE4A17F6E}"/>
          </ac:spMkLst>
        </pc:spChg>
        <pc:spChg chg="add mod">
          <ac:chgData name="JY J" userId="9b3c7142ec981d42" providerId="LiveId" clId="{76C9870D-5849-42B8-8854-4BEA38412540}" dt="2026-03-05T09:06:34.226" v="553" actId="1038"/>
          <ac:spMkLst>
            <pc:docMk/>
            <pc:sldMk cId="0" sldId="277"/>
            <ac:spMk id="101" creationId="{5C4330CD-6429-DDA0-D82B-1F29252E0AB2}"/>
          </ac:spMkLst>
        </pc:spChg>
        <pc:spChg chg="add mod">
          <ac:chgData name="JY J" userId="9b3c7142ec981d42" providerId="LiveId" clId="{76C9870D-5849-42B8-8854-4BEA38412540}" dt="2026-03-05T09:06:34.226" v="553" actId="1038"/>
          <ac:spMkLst>
            <pc:docMk/>
            <pc:sldMk cId="0" sldId="277"/>
            <ac:spMk id="102" creationId="{82A72C97-A684-825A-FAA4-E9FB16F78886}"/>
          </ac:spMkLst>
        </pc:spChg>
        <pc:spChg chg="add mod">
          <ac:chgData name="JY J" userId="9b3c7142ec981d42" providerId="LiveId" clId="{76C9870D-5849-42B8-8854-4BEA38412540}" dt="2026-03-05T09:06:34.226" v="553" actId="1038"/>
          <ac:spMkLst>
            <pc:docMk/>
            <pc:sldMk cId="0" sldId="277"/>
            <ac:spMk id="103" creationId="{850FE364-B8A5-C3A5-2878-373067AB589F}"/>
          </ac:spMkLst>
        </pc:spChg>
        <pc:spChg chg="add del">
          <ac:chgData name="JY J" userId="9b3c7142ec981d42" providerId="LiveId" clId="{76C9870D-5849-42B8-8854-4BEA38412540}" dt="2026-03-05T09:08:52.816" v="586" actId="478"/>
          <ac:spMkLst>
            <pc:docMk/>
            <pc:sldMk cId="0" sldId="277"/>
            <ac:spMk id="104" creationId="{1EEF75D4-D729-3D97-E8BF-6DAA8A451DC6}"/>
          </ac:spMkLst>
        </pc:spChg>
        <pc:spChg chg="add mod">
          <ac:chgData name="JY J" userId="9b3c7142ec981d42" providerId="LiveId" clId="{76C9870D-5849-42B8-8854-4BEA38412540}" dt="2026-03-05T09:08:41.745" v="584"/>
          <ac:spMkLst>
            <pc:docMk/>
            <pc:sldMk cId="0" sldId="277"/>
            <ac:spMk id="105" creationId="{A8400E06-625F-64BC-0E34-9595F6187CA7}"/>
          </ac:spMkLst>
        </pc:spChg>
        <pc:spChg chg="add mod">
          <ac:chgData name="JY J" userId="9b3c7142ec981d42" providerId="LiveId" clId="{76C9870D-5849-42B8-8854-4BEA38412540}" dt="2026-03-05T09:08:41.058" v="582"/>
          <ac:spMkLst>
            <pc:docMk/>
            <pc:sldMk cId="0" sldId="277"/>
            <ac:spMk id="106" creationId="{F809AA7B-0FF9-2988-666A-62EA216236B3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107" creationId="{64794585-847E-D11F-1DCC-8057BEA82BAD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108" creationId="{266F21C4-41CC-41DC-7B00-FF768AA40DA0}"/>
          </ac:spMkLst>
        </pc:spChg>
        <pc:spChg chg="add mod">
          <ac:chgData name="JY J" userId="9b3c7142ec981d42" providerId="LiveId" clId="{76C9870D-5849-42B8-8854-4BEA38412540}" dt="2026-03-05T09:11:56.601" v="751" actId="1076"/>
          <ac:spMkLst>
            <pc:docMk/>
            <pc:sldMk cId="0" sldId="277"/>
            <ac:spMk id="109" creationId="{FB9899A5-8BF7-E7B8-6445-E775EE76F4EB}"/>
          </ac:spMkLst>
        </pc:spChg>
      </pc:sldChg>
    </pc:docChg>
  </pc:docChgLst>
  <pc:docChgLst>
    <pc:chgData name="JY J" userId="9b3c7142ec981d42" providerId="LiveId" clId="{B6227145-558B-480E-B5B9-374C3D91F2B5}"/>
    <pc:docChg chg="undo redo custSel delSld modSld">
      <pc:chgData name="JY J" userId="9b3c7142ec981d42" providerId="LiveId" clId="{B6227145-558B-480E-B5B9-374C3D91F2B5}" dt="2026-03-05T08:17:06.886" v="7"/>
      <pc:docMkLst>
        <pc:docMk/>
      </pc:docMkLst>
      <pc:sldChg chg="del">
        <pc:chgData name="JY J" userId="9b3c7142ec981d42" providerId="LiveId" clId="{B6227145-558B-480E-B5B9-374C3D91F2B5}" dt="2026-03-05T08:12:54.096" v="0" actId="47"/>
        <pc:sldMkLst>
          <pc:docMk/>
          <pc:sldMk cId="0" sldId="258"/>
        </pc:sldMkLst>
      </pc:sldChg>
      <pc:sldChg chg="modNotesTx">
        <pc:chgData name="JY J" userId="9b3c7142ec981d42" providerId="LiveId" clId="{B6227145-558B-480E-B5B9-374C3D91F2B5}" dt="2026-03-05T08:17:06.886" v="7"/>
        <pc:sldMkLst>
          <pc:docMk/>
          <pc:sldMk cId="0" sldId="259"/>
        </pc:sldMkLst>
      </pc:sldChg>
      <pc:sldChg chg="del">
        <pc:chgData name="JY J" userId="9b3c7142ec981d42" providerId="LiveId" clId="{B6227145-558B-480E-B5B9-374C3D91F2B5}" dt="2026-03-05T08:12:56.991" v="1" actId="47"/>
        <pc:sldMkLst>
          <pc:docMk/>
          <pc:sldMk cId="0" sldId="260"/>
        </pc:sldMkLst>
      </pc:sldChg>
      <pc:sldChg chg="modNotesTx">
        <pc:chgData name="JY J" userId="9b3c7142ec981d42" providerId="LiveId" clId="{B6227145-558B-480E-B5B9-374C3D91F2B5}" dt="2026-03-05T08:17:06.715" v="6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6088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	</a:t>
            </a:r>
            <a:r>
              <a:rPr lang="ko-KR" altLang="en-US" dirty="0"/>
              <a:t>열차 외관 검사</a:t>
            </a:r>
          </a:p>
          <a:p>
            <a:r>
              <a:rPr lang="en-US" altLang="ko-KR" dirty="0"/>
              <a:t>2.	</a:t>
            </a:r>
            <a:r>
              <a:rPr lang="ko-KR" altLang="en-US" dirty="0"/>
              <a:t>이 아이템을 도입하면</a:t>
            </a:r>
            <a:r>
              <a:rPr lang="en-US" altLang="ko-KR" dirty="0"/>
              <a:t>, </a:t>
            </a:r>
            <a:r>
              <a:rPr lang="ko-KR" altLang="en-US" dirty="0"/>
              <a:t>금액적으로 어떤 </a:t>
            </a:r>
            <a:r>
              <a:rPr lang="en-US" altLang="ko-KR" dirty="0"/>
              <a:t>/ </a:t>
            </a:r>
            <a:r>
              <a:rPr lang="ko-KR" altLang="en-US" dirty="0"/>
              <a:t>얼마나 이익이 있느냐가 필요하다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	</a:t>
            </a:r>
            <a:r>
              <a:rPr lang="ko-KR" altLang="en-US" dirty="0"/>
              <a:t>위 내용에 대한 금액적인 데이터를 받아내야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(From </a:t>
            </a:r>
            <a:r>
              <a:rPr lang="ko-KR" altLang="en-US" dirty="0" err="1"/>
              <a:t>코레일</a:t>
            </a:r>
            <a:r>
              <a:rPr lang="ko-KR" altLang="en-US" dirty="0"/>
              <a:t> 또는 </a:t>
            </a:r>
            <a:r>
              <a:rPr lang="ko-KR" altLang="en-US" dirty="0" err="1"/>
              <a:t>강남궐</a:t>
            </a:r>
            <a:r>
              <a:rPr lang="ko-KR" altLang="en-US" dirty="0"/>
              <a:t> 대표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4.	</a:t>
            </a:r>
            <a:r>
              <a:rPr lang="ko-KR" altLang="en-US" dirty="0"/>
              <a:t>일단 위 건 관련해서</a:t>
            </a:r>
            <a:r>
              <a:rPr lang="en-US" altLang="ko-KR" dirty="0"/>
              <a:t>, </a:t>
            </a:r>
            <a:r>
              <a:rPr lang="ko-KR" altLang="en-US" dirty="0"/>
              <a:t>파트너와 함께 회의가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5.	</a:t>
            </a:r>
            <a:r>
              <a:rPr lang="ko-KR" altLang="en-US" dirty="0"/>
              <a:t>본 건을 과제사업으로 수행했다면</a:t>
            </a:r>
            <a:r>
              <a:rPr lang="en-US" altLang="ko-KR" dirty="0"/>
              <a:t>, </a:t>
            </a:r>
            <a:r>
              <a:rPr lang="ko-KR" altLang="en-US" dirty="0"/>
              <a:t>과제사업으로 수행할 당시의 과제 수행 목적이 있었을 것 아닌지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6.	</a:t>
            </a:r>
            <a:r>
              <a:rPr lang="ko-KR" altLang="en-US" dirty="0"/>
              <a:t>수치적인 효과 </a:t>
            </a:r>
            <a:r>
              <a:rPr lang="en-US" altLang="ko-KR" dirty="0"/>
              <a:t>: </a:t>
            </a:r>
            <a:r>
              <a:rPr lang="ko-KR" altLang="en-US" dirty="0"/>
              <a:t>정기점검을 얼마나 하느냐</a:t>
            </a:r>
            <a:r>
              <a:rPr lang="en-US" altLang="ko-KR" dirty="0"/>
              <a:t>? </a:t>
            </a:r>
            <a:r>
              <a:rPr lang="ko-KR" altLang="en-US" dirty="0"/>
              <a:t>누가 몇 명이 얼마나</a:t>
            </a:r>
            <a:r>
              <a:rPr lang="en-US" altLang="ko-KR" dirty="0"/>
              <a:t>? </a:t>
            </a:r>
            <a:r>
              <a:rPr lang="ko-KR" altLang="en-US" dirty="0"/>
              <a:t>그게 다 사라진다</a:t>
            </a:r>
            <a:r>
              <a:rPr lang="en-US" altLang="ko-KR" dirty="0"/>
              <a:t>. = </a:t>
            </a:r>
            <a:r>
              <a:rPr lang="ko-KR" altLang="en-US" dirty="0"/>
              <a:t>이 비용을 알아야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7.	+ </a:t>
            </a:r>
            <a:r>
              <a:rPr lang="ko-KR" altLang="en-US" dirty="0"/>
              <a:t>제로 베이스로 하는 것 보다</a:t>
            </a:r>
            <a:r>
              <a:rPr lang="en-US" altLang="ko-KR" dirty="0"/>
              <a:t>, </a:t>
            </a:r>
            <a:r>
              <a:rPr lang="ko-KR" altLang="en-US" dirty="0"/>
              <a:t>어느정도 백데이터를 가지고 진행 했을 때의 세이브도 있을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8.	</a:t>
            </a:r>
            <a:r>
              <a:rPr lang="ko-KR" altLang="en-US" dirty="0"/>
              <a:t>일상 점검은 차량 </a:t>
            </a:r>
            <a:r>
              <a:rPr lang="en-US" altLang="ko-KR" dirty="0"/>
              <a:t>1</a:t>
            </a:r>
            <a:r>
              <a:rPr lang="ko-KR" altLang="en-US" dirty="0"/>
              <a:t>대가 반나절 걸림</a:t>
            </a:r>
            <a:r>
              <a:rPr lang="en-US" altLang="ko-KR" dirty="0"/>
              <a:t>. (</a:t>
            </a:r>
            <a:r>
              <a:rPr lang="ko-KR" altLang="en-US" dirty="0"/>
              <a:t>그럼 몇 명이 하는데</a:t>
            </a:r>
            <a:r>
              <a:rPr lang="en-US" altLang="ko-KR" dirty="0"/>
              <a:t>? </a:t>
            </a:r>
            <a:r>
              <a:rPr lang="ko-KR" altLang="en-US" dirty="0"/>
              <a:t>몇시간 동안</a:t>
            </a:r>
            <a:r>
              <a:rPr lang="en-US" altLang="ko-KR" dirty="0"/>
              <a:t>?)</a:t>
            </a:r>
          </a:p>
          <a:p>
            <a:r>
              <a:rPr lang="en-US" altLang="ko-KR" dirty="0"/>
              <a:t> </a:t>
            </a:r>
            <a:r>
              <a:rPr lang="ko-KR" altLang="en-US" dirty="0"/>
              <a:t>감축효과를 알 수 있어야지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9.	</a:t>
            </a:r>
            <a:r>
              <a:rPr lang="ko-KR" altLang="en-US" dirty="0"/>
              <a:t>설치 후 매달 사용료를 받는 모델이 가능한가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 </a:t>
            </a:r>
            <a:r>
              <a:rPr lang="ko-KR" altLang="en-US" dirty="0"/>
              <a:t>해외는 사용료를 받기가 힘들 수 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10.	</a:t>
            </a:r>
            <a:r>
              <a:rPr lang="ko-KR" altLang="en-US" dirty="0" err="1"/>
              <a:t>실리콘큐브의</a:t>
            </a:r>
            <a:r>
              <a:rPr lang="ko-KR" altLang="en-US" dirty="0"/>
              <a:t> 원가는 얼마인가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 1</a:t>
            </a:r>
            <a:r>
              <a:rPr lang="ko-KR" altLang="en-US" dirty="0" err="1"/>
              <a:t>억정도</a:t>
            </a:r>
            <a:r>
              <a:rPr lang="ko-KR" altLang="en-US" dirty="0"/>
              <a:t> </a:t>
            </a:r>
            <a:r>
              <a:rPr lang="en-US" altLang="ko-KR" dirty="0"/>
              <a:t>(3</a:t>
            </a:r>
            <a:r>
              <a:rPr lang="ko-KR" altLang="en-US" dirty="0"/>
              <a:t>명 </a:t>
            </a:r>
            <a:r>
              <a:rPr lang="en-US" altLang="ko-KR" dirty="0"/>
              <a:t>4</a:t>
            </a:r>
            <a:r>
              <a:rPr lang="ko-KR" altLang="en-US" dirty="0"/>
              <a:t>개월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11.	</a:t>
            </a:r>
            <a:r>
              <a:rPr lang="ko-KR" altLang="en-US" dirty="0" err="1"/>
              <a:t>실리콘큐브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억을 </a:t>
            </a:r>
            <a:r>
              <a:rPr lang="en-US" altLang="ko-KR" dirty="0"/>
              <a:t>m/m</a:t>
            </a:r>
            <a:r>
              <a:rPr lang="ko-KR" altLang="en-US" dirty="0"/>
              <a:t>과 </a:t>
            </a:r>
            <a:r>
              <a:rPr lang="en-US" altLang="ko-KR" dirty="0" err="1"/>
              <a:t>sw</a:t>
            </a:r>
            <a:r>
              <a:rPr lang="en-US" altLang="ko-KR" dirty="0"/>
              <a:t> </a:t>
            </a:r>
            <a:r>
              <a:rPr lang="ko-KR" altLang="en-US" dirty="0"/>
              <a:t>라이선스 비용으로 분리하자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인건비 </a:t>
            </a:r>
            <a:r>
              <a:rPr lang="en-US" altLang="ko-KR" dirty="0"/>
              <a:t>1</a:t>
            </a:r>
            <a:r>
              <a:rPr lang="ko-KR" altLang="en-US" dirty="0"/>
              <a:t>억</a:t>
            </a:r>
          </a:p>
          <a:p>
            <a:r>
              <a:rPr lang="en-US" altLang="ko-KR" dirty="0"/>
              <a:t>- SW 1</a:t>
            </a:r>
            <a:r>
              <a:rPr lang="ko-KR" altLang="en-US" dirty="0"/>
              <a:t>억</a:t>
            </a:r>
          </a:p>
          <a:p>
            <a:r>
              <a:rPr lang="en-US" altLang="ko-KR" dirty="0"/>
              <a:t>12.	</a:t>
            </a:r>
            <a:r>
              <a:rPr lang="ko-KR" altLang="en-US" dirty="0"/>
              <a:t>설치비 별도 발생</a:t>
            </a:r>
          </a:p>
          <a:p>
            <a:r>
              <a:rPr lang="en-US" altLang="ko-KR" dirty="0"/>
              <a:t>13.	HW </a:t>
            </a:r>
            <a:r>
              <a:rPr lang="ko-KR" altLang="en-US" dirty="0"/>
              <a:t>비용 조정 필요</a:t>
            </a:r>
            <a:r>
              <a:rPr lang="en-US" altLang="ko-KR" dirty="0"/>
              <a:t>. </a:t>
            </a:r>
            <a:r>
              <a:rPr lang="ko-KR" altLang="en-US" dirty="0"/>
              <a:t>현재 </a:t>
            </a:r>
            <a:r>
              <a:rPr lang="en-US" altLang="ko-KR" dirty="0"/>
              <a:t>HW </a:t>
            </a:r>
            <a:r>
              <a:rPr lang="ko-KR" altLang="en-US" dirty="0"/>
              <a:t>업체의 금액은 아래와 같음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- 5.9</a:t>
            </a:r>
            <a:r>
              <a:rPr lang="ko-KR" altLang="en-US" dirty="0"/>
              <a:t>억 샘플</a:t>
            </a:r>
          </a:p>
          <a:p>
            <a:r>
              <a:rPr lang="en-US" altLang="ko-KR" dirty="0"/>
              <a:t>- 6.5</a:t>
            </a:r>
            <a:r>
              <a:rPr lang="ko-KR" altLang="en-US" dirty="0"/>
              <a:t>억 </a:t>
            </a:r>
            <a:r>
              <a:rPr lang="en-US" altLang="ko-KR" dirty="0"/>
              <a:t>10</a:t>
            </a:r>
            <a:r>
              <a:rPr lang="ko-KR" altLang="en-US" dirty="0"/>
              <a:t>세트 기준</a:t>
            </a:r>
          </a:p>
          <a:p>
            <a:r>
              <a:rPr lang="en-US" altLang="ko-KR" dirty="0"/>
              <a:t>14.	</a:t>
            </a:r>
            <a:r>
              <a:rPr lang="ko-KR" altLang="en-US" dirty="0"/>
              <a:t>타겟 단가를 얼마로 잡아야 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 </a:t>
            </a:r>
            <a:r>
              <a:rPr lang="ko-KR" altLang="en-US" dirty="0"/>
              <a:t>타겟 프라이스를 알아야 조정을 하지</a:t>
            </a:r>
            <a:r>
              <a:rPr lang="en-US" altLang="ko-KR" dirty="0"/>
              <a:t>… </a:t>
            </a:r>
            <a:r>
              <a:rPr lang="ko-KR" altLang="en-US" dirty="0"/>
              <a:t>일단은 원가 구성을 먼저 하자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15.	</a:t>
            </a:r>
            <a:r>
              <a:rPr lang="ko-KR" altLang="en-US" dirty="0"/>
              <a:t>고객 제출용 </a:t>
            </a:r>
            <a:r>
              <a:rPr lang="en-US" altLang="ko-KR" dirty="0"/>
              <a:t>SW/HW </a:t>
            </a:r>
            <a:r>
              <a:rPr lang="ko-KR" altLang="en-US" dirty="0"/>
              <a:t>프라이스는 나누지 말고</a:t>
            </a:r>
            <a:r>
              <a:rPr lang="en-US" altLang="ko-KR" dirty="0"/>
              <a:t>, </a:t>
            </a:r>
            <a:r>
              <a:rPr lang="ko-KR" altLang="en-US" dirty="0"/>
              <a:t>합친 </a:t>
            </a:r>
            <a:r>
              <a:rPr lang="en-US" altLang="ko-KR" dirty="0"/>
              <a:t>1</a:t>
            </a:r>
            <a:r>
              <a:rPr lang="ko-KR" altLang="en-US" dirty="0"/>
              <a:t>식으로 하자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	</a:t>
            </a:r>
            <a:r>
              <a:rPr lang="ko-KR" altLang="en-US" dirty="0"/>
              <a:t>현대건설 건</a:t>
            </a:r>
          </a:p>
          <a:p>
            <a:r>
              <a:rPr lang="en-US" altLang="ko-KR" dirty="0"/>
              <a:t>2.	</a:t>
            </a:r>
            <a:r>
              <a:rPr lang="ko-KR" altLang="en-US" dirty="0" err="1"/>
              <a:t>단품세트</a:t>
            </a:r>
            <a:r>
              <a:rPr lang="ko-KR" altLang="en-US" dirty="0"/>
              <a:t> </a:t>
            </a:r>
            <a:r>
              <a:rPr lang="en-US" altLang="ko-KR" dirty="0"/>
              <a:t>2500</a:t>
            </a:r>
            <a:r>
              <a:rPr lang="ko-KR" altLang="en-US" dirty="0"/>
              <a:t>만원에 대해서는 현대건설과 논의한 내용 기준</a:t>
            </a:r>
          </a:p>
          <a:p>
            <a:r>
              <a:rPr lang="en-US" altLang="ko-KR" dirty="0"/>
              <a:t>3.	</a:t>
            </a:r>
            <a:r>
              <a:rPr lang="ko-KR" altLang="en-US" dirty="0"/>
              <a:t>설치를 </a:t>
            </a:r>
            <a:r>
              <a:rPr lang="en-US" altLang="ko-KR" dirty="0"/>
              <a:t>SC</a:t>
            </a:r>
            <a:r>
              <a:rPr lang="ko-KR" altLang="en-US" dirty="0"/>
              <a:t>가 하는 것이 좋지만</a:t>
            </a:r>
            <a:r>
              <a:rPr lang="en-US" altLang="ko-KR" dirty="0"/>
              <a:t>, SC</a:t>
            </a:r>
            <a:r>
              <a:rPr lang="ko-KR" altLang="en-US" dirty="0"/>
              <a:t>가 해야 한다면 문제가 발생</a:t>
            </a:r>
          </a:p>
          <a:p>
            <a:r>
              <a:rPr lang="ko-KR" altLang="en-US" dirty="0"/>
              <a:t> 따라서 설치 불가</a:t>
            </a:r>
          </a:p>
          <a:p>
            <a:r>
              <a:rPr lang="en-US" altLang="ko-KR" dirty="0"/>
              <a:t>4.	</a:t>
            </a:r>
            <a:r>
              <a:rPr lang="ko-KR" altLang="en-US" dirty="0"/>
              <a:t>설치비 별도가 아닌</a:t>
            </a:r>
            <a:r>
              <a:rPr lang="en-US" altLang="ko-KR" dirty="0"/>
              <a:t>, </a:t>
            </a:r>
            <a:r>
              <a:rPr lang="ko-KR" altLang="en-US" dirty="0"/>
              <a:t>설치는 니들이 하세요</a:t>
            </a:r>
            <a:r>
              <a:rPr lang="en-US" altLang="ko-KR" dirty="0"/>
              <a:t>, </a:t>
            </a:r>
            <a:r>
              <a:rPr lang="ko-KR" altLang="en-US" dirty="0"/>
              <a:t>혹은 외주 업체 통해야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5.	</a:t>
            </a:r>
            <a:r>
              <a:rPr lang="ko-KR" altLang="en-US" dirty="0"/>
              <a:t>설치비는 옵션 </a:t>
            </a:r>
            <a:r>
              <a:rPr lang="en-US" altLang="ko-KR" dirty="0"/>
              <a:t>– A</a:t>
            </a:r>
            <a:r>
              <a:rPr lang="ko-KR" altLang="en-US" dirty="0"/>
              <a:t>안</a:t>
            </a:r>
            <a:r>
              <a:rPr lang="en-US" altLang="ko-KR" dirty="0"/>
              <a:t>: 200</a:t>
            </a:r>
            <a:r>
              <a:rPr lang="ko-KR" altLang="en-US" dirty="0"/>
              <a:t>만원짜리 </a:t>
            </a:r>
            <a:r>
              <a:rPr lang="en-US" altLang="ko-KR" dirty="0"/>
              <a:t>(SC</a:t>
            </a:r>
            <a:r>
              <a:rPr lang="ko-KR" altLang="en-US" dirty="0"/>
              <a:t>가 이후 책임 </a:t>
            </a:r>
            <a:r>
              <a:rPr lang="ko-KR" altLang="en-US" dirty="0" err="1"/>
              <a:t>안짐</a:t>
            </a:r>
            <a:r>
              <a:rPr lang="en-US" altLang="ko-KR" dirty="0"/>
              <a:t>) / B</a:t>
            </a:r>
            <a:r>
              <a:rPr lang="ko-KR" altLang="en-US" dirty="0"/>
              <a:t>안</a:t>
            </a:r>
            <a:r>
              <a:rPr lang="en-US" altLang="ko-KR" dirty="0"/>
              <a:t>: 2000</a:t>
            </a:r>
            <a:r>
              <a:rPr lang="ko-KR" altLang="en-US" dirty="0"/>
              <a:t>만원짜리 </a:t>
            </a:r>
            <a:r>
              <a:rPr lang="en-US" altLang="ko-KR" dirty="0"/>
              <a:t>(SC</a:t>
            </a:r>
            <a:r>
              <a:rPr lang="ko-KR" altLang="en-US" dirty="0"/>
              <a:t>가 이후 책임 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설치에 대한 부분은 </a:t>
            </a:r>
            <a:r>
              <a:rPr lang="ko-KR" altLang="en-US" dirty="0" err="1"/>
              <a:t>노바코에서</a:t>
            </a:r>
            <a:r>
              <a:rPr lang="ko-KR" altLang="en-US" dirty="0"/>
              <a:t> 업체를 찾고 핸들링 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SC</a:t>
            </a:r>
            <a:r>
              <a:rPr lang="ko-KR" altLang="en-US" dirty="0"/>
              <a:t>는 설치 시방서를 준비 해줘야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6.	</a:t>
            </a:r>
            <a:r>
              <a:rPr lang="ko-KR" altLang="en-US" dirty="0"/>
              <a:t>각 종목을 분리하는 것도 가능은 함</a:t>
            </a:r>
            <a:r>
              <a:rPr lang="en-US" altLang="ko-KR" dirty="0"/>
              <a:t>. </a:t>
            </a:r>
            <a:r>
              <a:rPr lang="ko-KR" altLang="en-US" dirty="0"/>
              <a:t>단 서버는 반드시 들어가야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개별 시스템에 맞춰서 세트별 금액과 구성이 나와야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7.	</a:t>
            </a:r>
            <a:r>
              <a:rPr lang="ko-KR" altLang="en-US" dirty="0"/>
              <a:t>용인의 </a:t>
            </a:r>
            <a:r>
              <a:rPr lang="ko-KR" altLang="en-US" dirty="0" err="1"/>
              <a:t>까뮤</a:t>
            </a:r>
            <a:r>
              <a:rPr lang="ko-KR" altLang="en-US" dirty="0"/>
              <a:t> 건설에서 </a:t>
            </a:r>
            <a:r>
              <a:rPr lang="en-US" altLang="ko-KR" dirty="0"/>
              <a:t>SK </a:t>
            </a:r>
            <a:r>
              <a:rPr lang="ko-KR" altLang="en-US" dirty="0"/>
              <a:t>클러스터 공사를 하고 있다</a:t>
            </a:r>
            <a:r>
              <a:rPr lang="en-US" altLang="ko-KR" dirty="0"/>
              <a:t>. </a:t>
            </a:r>
            <a:r>
              <a:rPr lang="ko-KR" altLang="en-US" dirty="0"/>
              <a:t>여기에 도입 가능한가</a:t>
            </a:r>
            <a:r>
              <a:rPr lang="en-US" altLang="ko-KR" dirty="0"/>
              <a:t>? </a:t>
            </a:r>
            <a:r>
              <a:rPr lang="ko-KR" altLang="en-US" dirty="0"/>
              <a:t>여기 계약해줄 테니</a:t>
            </a:r>
            <a:r>
              <a:rPr lang="en-US" altLang="ko-KR" dirty="0"/>
              <a:t>, </a:t>
            </a:r>
            <a:r>
              <a:rPr lang="ko-KR" altLang="en-US" dirty="0"/>
              <a:t>집어 넣을 수 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 </a:t>
            </a:r>
            <a:r>
              <a:rPr lang="ko-KR" altLang="en-US" dirty="0"/>
              <a:t>그럼 우리는 참고 자료로써 뭘 받을 수 있나</a:t>
            </a:r>
            <a:r>
              <a:rPr lang="en-US" altLang="ko-KR" dirty="0"/>
              <a:t>? </a:t>
            </a:r>
            <a:r>
              <a:rPr lang="ko-KR" altLang="en-US" dirty="0"/>
              <a:t>뭐가 있어야 판단이 가능할 것인가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 </a:t>
            </a:r>
            <a:r>
              <a:rPr lang="ko-KR" altLang="en-US" dirty="0" err="1"/>
              <a:t>까뮤</a:t>
            </a:r>
            <a:r>
              <a:rPr lang="ko-KR" altLang="en-US" dirty="0"/>
              <a:t> 건설이란 곳은 현장 관리를 위한 시스템이 존재하나</a:t>
            </a:r>
            <a:r>
              <a:rPr lang="en-US" altLang="ko-KR" dirty="0"/>
              <a:t>?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연동할 지점이 존재하나</a:t>
            </a:r>
            <a:r>
              <a:rPr lang="en-US" altLang="ko-KR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1">
            <a:extLst>
              <a:ext uri="{FF2B5EF4-FFF2-40B4-BE49-F238E27FC236}">
                <a16:creationId xmlns:a16="http://schemas.microsoft.com/office/drawing/2014/main" id="{EBAAFB74-6D5E-E83E-3A27-433DAEBE3EB4}"/>
              </a:ext>
            </a:extLst>
          </p:cNvPr>
          <p:cNvSpPr/>
          <p:nvPr userDrawn="1"/>
        </p:nvSpPr>
        <p:spPr>
          <a:xfrm>
            <a:off x="0" y="1"/>
            <a:ext cx="12192000" cy="6853418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rgbClr val="C00000">
                  <a:alpha val="72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BCA5AA-D2D7-9374-644A-D24540E0387D}"/>
              </a:ext>
            </a:extLst>
          </p:cNvPr>
          <p:cNvSpPr/>
          <p:nvPr userDrawn="1"/>
        </p:nvSpPr>
        <p:spPr>
          <a:xfrm rot="16200000">
            <a:off x="2669289" y="-2669293"/>
            <a:ext cx="6853419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6000">
                <a:srgbClr val="002060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pic>
        <p:nvPicPr>
          <p:cNvPr id="14" name="图片 2">
            <a:extLst>
              <a:ext uri="{FF2B5EF4-FFF2-40B4-BE49-F238E27FC236}">
                <a16:creationId xmlns:a16="http://schemas.microsoft.com/office/drawing/2014/main" id="{740AFEBA-DA16-3F73-D715-761EC2DEC7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76" b="9691"/>
          <a:stretch/>
        </p:blipFill>
        <p:spPr>
          <a:xfrm>
            <a:off x="3694371" y="646950"/>
            <a:ext cx="8497629" cy="62064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EC168C2-7DE3-8F45-45BC-2CF3AA2444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768" y="247518"/>
            <a:ext cx="1947230" cy="399432"/>
          </a:xfrm>
          <a:prstGeom prst="rect">
            <a:avLst/>
          </a:prstGeom>
        </p:spPr>
      </p:pic>
      <p:sp>
        <p:nvSpPr>
          <p:cNvPr id="12" name="직사각형 1">
            <a:extLst>
              <a:ext uri="{FF2B5EF4-FFF2-40B4-BE49-F238E27FC236}">
                <a16:creationId xmlns:a16="http://schemas.microsoft.com/office/drawing/2014/main" id="{0477414C-CFC8-3F2D-ADB2-E0D15FB86011}"/>
              </a:ext>
            </a:extLst>
          </p:cNvPr>
          <p:cNvSpPr/>
          <p:nvPr userDrawn="1"/>
        </p:nvSpPr>
        <p:spPr>
          <a:xfrm>
            <a:off x="623389" y="670382"/>
            <a:ext cx="6720752" cy="5517236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rgbClr val="C00000">
                  <a:alpha val="72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그래픽 9" descr="그래픽 9">
            <a:extLst>
              <a:ext uri="{FF2B5EF4-FFF2-40B4-BE49-F238E27FC236}">
                <a16:creationId xmlns:a16="http://schemas.microsoft.com/office/drawing/2014/main" id="{056EE650-0364-7E32-102A-B40E4CC3E2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17981" y="2924937"/>
            <a:ext cx="3726160" cy="32626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233BFD-9DDB-A9B6-45BA-172AE39666A2}"/>
              </a:ext>
            </a:extLst>
          </p:cNvPr>
          <p:cNvSpPr/>
          <p:nvPr userDrawn="1"/>
        </p:nvSpPr>
        <p:spPr>
          <a:xfrm rot="5400000">
            <a:off x="5518144" y="-5518149"/>
            <a:ext cx="1155702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0000">
                <a:schemeClr val="bg1">
                  <a:lumMod val="85000"/>
                </a:scheme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DBEFE3-6FE1-6EDA-ED27-6124B1DD770A}"/>
              </a:ext>
            </a:extLst>
          </p:cNvPr>
          <p:cNvSpPr/>
          <p:nvPr userDrawn="1"/>
        </p:nvSpPr>
        <p:spPr>
          <a:xfrm rot="16200000">
            <a:off x="5518150" y="202595"/>
            <a:ext cx="1155702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0000">
                <a:schemeClr val="bg1">
                  <a:lumMod val="85000"/>
                </a:schemeClr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sp>
        <p:nvSpPr>
          <p:cNvPr id="9" name="직사각형 1">
            <a:extLst>
              <a:ext uri="{FF2B5EF4-FFF2-40B4-BE49-F238E27FC236}">
                <a16:creationId xmlns:a16="http://schemas.microsoft.com/office/drawing/2014/main" id="{C3900F48-FDAF-BDA3-DB30-AB76DEAA4214}"/>
              </a:ext>
            </a:extLst>
          </p:cNvPr>
          <p:cNvSpPr/>
          <p:nvPr userDrawn="1"/>
        </p:nvSpPr>
        <p:spPr>
          <a:xfrm rot="10800000">
            <a:off x="-4" y="2505881"/>
            <a:ext cx="12192000" cy="1788685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rgbClr val="C00000">
                  <a:alpha val="72000"/>
                </a:srgbClr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E0253F-3C2D-64E5-CED0-708588C544E3}"/>
              </a:ext>
            </a:extLst>
          </p:cNvPr>
          <p:cNvSpPr/>
          <p:nvPr userDrawn="1"/>
        </p:nvSpPr>
        <p:spPr>
          <a:xfrm rot="5400000">
            <a:off x="5322302" y="-2816430"/>
            <a:ext cx="1547385" cy="12192003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86000">
                <a:srgbClr val="002060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 dirty="0"/>
          </a:p>
        </p:txBody>
      </p:sp>
      <p:sp>
        <p:nvSpPr>
          <p:cNvPr id="90" name="슬라이드 번호"/>
          <p:cNvSpPr txBox="1">
            <a:spLocks noGrp="1"/>
          </p:cNvSpPr>
          <p:nvPr userDrawn="1"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111249A-7F07-E49E-45EF-0B19BA56FB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025" y="115509"/>
            <a:ext cx="1142999" cy="284402"/>
          </a:xfrm>
          <a:prstGeom prst="rect">
            <a:avLst/>
          </a:prstGeom>
        </p:spPr>
      </p:pic>
      <p:pic>
        <p:nvPicPr>
          <p:cNvPr id="25" name="图片 22">
            <a:extLst>
              <a:ext uri="{FF2B5EF4-FFF2-40B4-BE49-F238E27FC236}">
                <a16:creationId xmlns:a16="http://schemas.microsoft.com/office/drawing/2014/main" id="{0CEBC369-627C-5274-4F00-58318AD8A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9" r="4952" b="4546"/>
          <a:stretch/>
        </p:blipFill>
        <p:spPr>
          <a:xfrm flipH="1">
            <a:off x="2971799" y="1474735"/>
            <a:ext cx="9143997" cy="538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36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2"/>
          <p:cNvSpPr/>
          <p:nvPr/>
        </p:nvSpPr>
        <p:spPr>
          <a:xfrm>
            <a:off x="0" y="2852934"/>
            <a:ext cx="12192000" cy="1801862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99" name="그림 1" descr="그림 1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455930" y="2852935"/>
            <a:ext cx="6736071" cy="1801865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직사각형 7"/>
          <p:cNvSpPr/>
          <p:nvPr/>
        </p:nvSpPr>
        <p:spPr>
          <a:xfrm>
            <a:off x="-4" y="2852934"/>
            <a:ext cx="5455935" cy="1801862"/>
          </a:xfrm>
          <a:prstGeom prst="rect">
            <a:avLst/>
          </a:prstGeom>
          <a:solidFill>
            <a:srgbClr val="FFFFFF">
              <a:alpha val="50195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460DD3-1C03-8B4E-575C-FF8C6BBDA9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115509"/>
            <a:ext cx="1142999" cy="284402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그림 6" descr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67"/>
            <a:ext cx="8538864" cy="6863268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직사각형 9"/>
          <p:cNvSpPr/>
          <p:nvPr/>
        </p:nvSpPr>
        <p:spPr>
          <a:xfrm flipH="1">
            <a:off x="1434073" y="0"/>
            <a:ext cx="7104792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08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167" name="직사각형 7"/>
          <p:cNvSpPr/>
          <p:nvPr/>
        </p:nvSpPr>
        <p:spPr>
          <a:xfrm>
            <a:off x="3360373" y="4725144"/>
            <a:ext cx="8831627" cy="1480608"/>
          </a:xfrm>
          <a:prstGeom prst="rect">
            <a:avLst/>
          </a:prstGeom>
          <a:gradFill>
            <a:gsLst>
              <a:gs pos="0">
                <a:srgbClr val="0F253F">
                  <a:alpha val="77000"/>
                </a:srgbClr>
              </a:gs>
              <a:gs pos="100000">
                <a:schemeClr val="accent2"/>
              </a:gs>
            </a:gsLst>
            <a:lin ang="132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8" name="그래픽 8" descr="그래픽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646" y="4362156"/>
            <a:ext cx="4968213" cy="22065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31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10124093" y="6613681"/>
            <a:ext cx="208632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1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100"/>
              <a:t>CONFIDENTIAL</a:t>
            </a:r>
          </a:p>
        </p:txBody>
      </p:sp>
      <p:sp>
        <p:nvSpPr>
          <p:cNvPr id="3" name="직사각형 8"/>
          <p:cNvSpPr/>
          <p:nvPr/>
        </p:nvSpPr>
        <p:spPr>
          <a:xfrm>
            <a:off x="431371" y="764705"/>
            <a:ext cx="10937840" cy="45721"/>
          </a:xfrm>
          <a:prstGeom prst="rect">
            <a:avLst/>
          </a:prstGeom>
          <a:gradFill>
            <a:gsLst>
              <a:gs pos="33000">
                <a:srgbClr val="558ED5"/>
              </a:gs>
              <a:gs pos="100000">
                <a:srgbClr val="E0E7F5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4" name="그림 10" descr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78" y="6642255"/>
            <a:ext cx="1112279" cy="171122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제목 텍스트"/>
          <p:cNvSpPr txBox="1">
            <a:spLocks noGrp="1"/>
          </p:cNvSpPr>
          <p:nvPr>
            <p:ph type="title"/>
          </p:nvPr>
        </p:nvSpPr>
        <p:spPr>
          <a:xfrm>
            <a:off x="431369" y="274639"/>
            <a:ext cx="10951635" cy="418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980728"/>
            <a:ext cx="10972800" cy="514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마스터 텍스 스타일을 편집합니다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70482" y="6631420"/>
            <a:ext cx="254232" cy="24621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ctr">
              <a:defRPr sz="1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6" r:id="rId2"/>
    <p:sldLayoutId id="2147483657" r:id="rId3"/>
    <p:sldLayoutId id="2147483662" r:id="rId4"/>
    <p:sldLayoutId id="2147483667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2"/>
          <p:cNvSpPr txBox="1"/>
          <p:nvPr/>
        </p:nvSpPr>
        <p:spPr>
          <a:xfrm>
            <a:off x="912168" y="2630062"/>
            <a:ext cx="642188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defRPr sz="3200" b="1">
                <a:solidFill>
                  <a:srgbClr val="FFFFFF"/>
                </a:solidFill>
              </a:defRPr>
            </a:lvl1pPr>
          </a:lstStyle>
          <a:p>
            <a:pPr algn="l"/>
            <a:r>
              <a:rPr lang="ko-KR" altLang="en-US" sz="3000">
                <a:latin typeface="Arial" panose="020B0604020202020204" pitchFamily="34" charset="0"/>
                <a:cs typeface="Arial" panose="020B0604020202020204" pitchFamily="34" charset="0"/>
              </a:rPr>
              <a:t>솔루션 패키지 구성</a:t>
            </a:r>
          </a:p>
        </p:txBody>
      </p:sp>
      <p:sp>
        <p:nvSpPr>
          <p:cNvPr id="213" name="TextBox 13"/>
          <p:cNvSpPr txBox="1"/>
          <p:nvPr/>
        </p:nvSpPr>
        <p:spPr>
          <a:xfrm>
            <a:off x="883593" y="5831595"/>
            <a:ext cx="65804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Mar. 2026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TextBox 10"/>
          <p:cNvSpPr txBox="1"/>
          <p:nvPr/>
        </p:nvSpPr>
        <p:spPr>
          <a:xfrm>
            <a:off x="950142" y="3198822"/>
            <a:ext cx="596373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altLang="ko-KR" sz="2000">
                <a:latin typeface="Arial" panose="020B0604020202020204" pitchFamily="34" charset="0"/>
                <a:cs typeface="Arial" panose="020B0604020202020204" pitchFamily="34" charset="0"/>
              </a:rPr>
              <a:t>Solution Package Overview</a:t>
            </a:r>
          </a:p>
        </p:txBody>
      </p:sp>
    </p:spTree>
    <p:extLst>
      <p:ext uri="{BB962C8B-B14F-4D97-AF65-F5344CB8AC3E}">
        <p14:creationId xmlns:p14="http://schemas.microsoft.com/office/powerpoint/2010/main" val="318834507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40" cy="950976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solidFill>
            <a:srgbClr val="1C2B4A"/>
          </a:solidFill>
          <a:ln w="9525">
            <a:solidFill>
              <a:srgbClr val="0A8A7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spc="267" dirty="0">
                <a:solidFill>
                  <a:srgbClr val="0A8A7A"/>
                </a:solidFill>
              </a:rPr>
              <a:t>PKG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7424" y="60960"/>
            <a:ext cx="853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 Vision Inspector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87424" y="597408"/>
            <a:ext cx="853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 err="1">
                <a:solidFill>
                  <a:srgbClr val="7EA8CC"/>
                </a:solidFill>
              </a:rPr>
              <a:t>열차</a:t>
            </a:r>
            <a:r>
              <a:rPr lang="en-US" sz="1133" dirty="0">
                <a:solidFill>
                  <a:srgbClr val="7EA8CC"/>
                </a:solidFill>
              </a:rPr>
              <a:t> 외관 </a:t>
            </a:r>
            <a:r>
              <a:rPr lang="en-US" sz="1133" dirty="0" err="1">
                <a:solidFill>
                  <a:srgbClr val="7EA8CC"/>
                </a:solidFill>
              </a:rPr>
              <a:t>검사</a:t>
            </a:r>
            <a:r>
              <a:rPr lang="en-US" sz="1133" dirty="0">
                <a:solidFill>
                  <a:srgbClr val="7EA8CC"/>
                </a:solidFill>
              </a:rPr>
              <a:t> </a:t>
            </a:r>
            <a:r>
              <a:rPr lang="en-US" sz="1133" dirty="0" err="1">
                <a:solidFill>
                  <a:srgbClr val="7EA8CC"/>
                </a:solidFill>
              </a:rPr>
              <a:t>시스템</a:t>
            </a:r>
            <a:endParaRPr lang="en-US" sz="1133" dirty="0"/>
          </a:p>
        </p:txBody>
      </p:sp>
      <p:sp>
        <p:nvSpPr>
          <p:cNvPr id="16" name="Shape 14"/>
          <p:cNvSpPr/>
          <p:nvPr/>
        </p:nvSpPr>
        <p:spPr>
          <a:xfrm>
            <a:off x="322833" y="1009396"/>
            <a:ext cx="282782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322833" y="1058164"/>
            <a:ext cx="28278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 err="1">
                <a:solidFill>
                  <a:srgbClr val="C00000"/>
                </a:solidFill>
              </a:rPr>
              <a:t>공급가</a:t>
            </a:r>
            <a:r>
              <a:rPr lang="en-US" sz="933" dirty="0">
                <a:solidFill>
                  <a:srgbClr val="C00000"/>
                </a:solidFill>
              </a:rPr>
              <a:t> (1식)</a:t>
            </a:r>
          </a:p>
        </p:txBody>
      </p:sp>
      <p:sp>
        <p:nvSpPr>
          <p:cNvPr id="18" name="Text 16"/>
          <p:cNvSpPr/>
          <p:nvPr/>
        </p:nvSpPr>
        <p:spPr>
          <a:xfrm>
            <a:off x="322833" y="1314196"/>
            <a:ext cx="28278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A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 1,000,000,000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3315859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3315859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납기</a:t>
            </a:r>
          </a:p>
        </p:txBody>
      </p:sp>
      <p:sp>
        <p:nvSpPr>
          <p:cNvPr id="21" name="Text 19"/>
          <p:cNvSpPr/>
          <p:nvPr/>
        </p:nvSpPr>
        <p:spPr>
          <a:xfrm>
            <a:off x="3315859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5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4개월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1376" y="1886204"/>
            <a:ext cx="3755136" cy="20970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41376" y="1886204"/>
            <a:ext cx="3755136" cy="34137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438912" y="18862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1A5FAA"/>
                </a:solidFill>
              </a:rPr>
              <a:t>■</a:t>
            </a:r>
            <a:r>
              <a:rPr lang="en-US" sz="1000" b="1" spc="67" dirty="0">
                <a:solidFill>
                  <a:srgbClr val="1A5FAA"/>
                </a:solidFill>
              </a:rPr>
              <a:t>  SW 구성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680" y="2250106"/>
            <a:ext cx="3462528" cy="174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33" dirty="0">
                <a:solidFill>
                  <a:srgbClr val="52484A"/>
                </a:solidFill>
              </a:rPr>
              <a:t>차량 하부 </a:t>
            </a:r>
            <a:r>
              <a:rPr lang="en-US" sz="1133" dirty="0">
                <a:solidFill>
                  <a:srgbClr val="52484A"/>
                </a:solidFill>
              </a:rPr>
              <a:t>AI 열화상 </a:t>
            </a:r>
            <a:r>
              <a:rPr lang="en-US" sz="1133" dirty="0" err="1">
                <a:solidFill>
                  <a:srgbClr val="52484A"/>
                </a:solidFill>
              </a:rPr>
              <a:t>분석</a:t>
            </a:r>
            <a:r>
              <a:rPr lang="en-US" sz="1133" dirty="0">
                <a:solidFill>
                  <a:srgbClr val="52484A"/>
                </a:solidFill>
              </a:rPr>
              <a:t> </a:t>
            </a:r>
            <a:r>
              <a:rPr lang="en-US" sz="1133" dirty="0" err="1">
                <a:solidFill>
                  <a:srgbClr val="52484A"/>
                </a:solidFill>
              </a:rPr>
              <a:t>엔진</a:t>
            </a:r>
            <a:endParaRPr lang="en-US" sz="1133" dirty="0">
              <a:solidFill>
                <a:srgbClr val="52484A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이상</a:t>
            </a:r>
            <a:r>
              <a:rPr lang="en-US" altLang="ko-KR" sz="1133" dirty="0">
                <a:solidFill>
                  <a:srgbClr val="52484A"/>
                </a:solidFill>
              </a:rPr>
              <a:t> AI </a:t>
            </a:r>
            <a:r>
              <a:rPr lang="en-US" altLang="ko-KR" sz="1133" dirty="0" err="1">
                <a:solidFill>
                  <a:srgbClr val="52484A"/>
                </a:solidFill>
              </a:rPr>
              <a:t>판정</a:t>
            </a:r>
            <a:r>
              <a:rPr lang="en-US" altLang="ko-KR" sz="1133" dirty="0">
                <a:solidFill>
                  <a:srgbClr val="52484A"/>
                </a:solidFill>
              </a:rPr>
              <a:t> SW (</a:t>
            </a:r>
            <a:r>
              <a:rPr lang="en-US" altLang="ko-KR" sz="1133" dirty="0" err="1">
                <a:solidFill>
                  <a:srgbClr val="52484A"/>
                </a:solidFill>
              </a:rPr>
              <a:t>딥러닝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실시간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모니터링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웹뷰어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이상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발열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알람</a:t>
            </a:r>
            <a:r>
              <a:rPr lang="en-US" altLang="ko-KR" sz="1133" dirty="0">
                <a:solidFill>
                  <a:srgbClr val="52484A"/>
                </a:solidFill>
              </a:rPr>
              <a:t> + </a:t>
            </a:r>
            <a:r>
              <a:rPr lang="en-US" altLang="ko-KR" sz="1133" dirty="0" err="1">
                <a:solidFill>
                  <a:srgbClr val="52484A"/>
                </a:solidFill>
              </a:rPr>
              <a:t>기록</a:t>
            </a:r>
            <a:r>
              <a:rPr lang="en-US" altLang="ko-KR" sz="1133" dirty="0">
                <a:solidFill>
                  <a:srgbClr val="52484A"/>
                </a:solidFill>
              </a:rPr>
              <a:t> DB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데이터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수집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학습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튜닝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포함</a:t>
            </a:r>
            <a:endParaRPr lang="en-US" altLang="ko-KR" sz="1133" dirty="0"/>
          </a:p>
        </p:txBody>
      </p:sp>
      <p:sp>
        <p:nvSpPr>
          <p:cNvPr id="30" name="Text 28"/>
          <p:cNvSpPr/>
          <p:nvPr/>
        </p:nvSpPr>
        <p:spPr>
          <a:xfrm>
            <a:off x="1072896" y="27640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3" name="Text 31"/>
          <p:cNvSpPr/>
          <p:nvPr/>
        </p:nvSpPr>
        <p:spPr>
          <a:xfrm>
            <a:off x="1072896" y="32273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6" name="Text 34"/>
          <p:cNvSpPr/>
          <p:nvPr/>
        </p:nvSpPr>
        <p:spPr>
          <a:xfrm>
            <a:off x="1072896" y="3690620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9" name="Text 37"/>
          <p:cNvSpPr/>
          <p:nvPr/>
        </p:nvSpPr>
        <p:spPr>
          <a:xfrm>
            <a:off x="4974336" y="1996266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43" name="Shape 41"/>
          <p:cNvSpPr/>
          <p:nvPr/>
        </p:nvSpPr>
        <p:spPr>
          <a:xfrm>
            <a:off x="4242816" y="1886204"/>
            <a:ext cx="3755136" cy="20970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Shape 42"/>
          <p:cNvSpPr/>
          <p:nvPr/>
        </p:nvSpPr>
        <p:spPr>
          <a:xfrm>
            <a:off x="4242816" y="1886204"/>
            <a:ext cx="3755136" cy="341376"/>
          </a:xfrm>
          <a:prstGeom prst="rect">
            <a:avLst/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43"/>
          <p:cNvSpPr/>
          <p:nvPr/>
        </p:nvSpPr>
        <p:spPr>
          <a:xfrm>
            <a:off x="4340352" y="18862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0A8A7A"/>
                </a:solidFill>
              </a:rPr>
              <a:t>■</a:t>
            </a:r>
            <a:r>
              <a:rPr lang="en-US" sz="1000" b="1" spc="67" dirty="0">
                <a:solidFill>
                  <a:srgbClr val="0A8A7A"/>
                </a:solidFill>
              </a:rPr>
              <a:t>  HW </a:t>
            </a:r>
            <a:r>
              <a:rPr lang="en-US" sz="1000" b="1" spc="67" dirty="0" err="1">
                <a:solidFill>
                  <a:srgbClr val="0A8A7A"/>
                </a:solidFill>
              </a:rPr>
              <a:t>구성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89120" y="2250687"/>
            <a:ext cx="2877312" cy="1732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33" dirty="0">
                <a:solidFill>
                  <a:srgbClr val="52484A"/>
                </a:solidFill>
              </a:rPr>
              <a:t>냉각형 열화상 카메라 (응답 150μs)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외관검사용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고속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카메라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로컬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장치</a:t>
            </a:r>
            <a:r>
              <a:rPr lang="en-US" altLang="ko-KR" sz="1133" dirty="0">
                <a:solidFill>
                  <a:srgbClr val="52484A"/>
                </a:solidFill>
              </a:rPr>
              <a:t> &amp; </a:t>
            </a:r>
            <a:r>
              <a:rPr lang="en-US" altLang="ko-KR" sz="1133" dirty="0" err="1">
                <a:solidFill>
                  <a:srgbClr val="52484A"/>
                </a:solidFill>
              </a:rPr>
              <a:t>패널</a:t>
            </a:r>
            <a:r>
              <a:rPr lang="en-US" altLang="ko-KR" sz="1133" dirty="0">
                <a:solidFill>
                  <a:srgbClr val="52484A"/>
                </a:solidFill>
              </a:rPr>
              <a:t> (</a:t>
            </a:r>
            <a:r>
              <a:rPr lang="en-US" altLang="ko-KR" sz="1133" dirty="0" err="1">
                <a:solidFill>
                  <a:srgbClr val="52484A"/>
                </a:solidFill>
              </a:rPr>
              <a:t>함체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워셔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냉각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열차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인식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모듈</a:t>
            </a:r>
            <a:r>
              <a:rPr lang="en-US" altLang="ko-KR" sz="1133" dirty="0">
                <a:solidFill>
                  <a:srgbClr val="52484A"/>
                </a:solidFill>
              </a:rPr>
              <a:t> (RFID or </a:t>
            </a:r>
            <a:r>
              <a:rPr lang="en-US" altLang="ko-KR" sz="1133" dirty="0" err="1">
                <a:solidFill>
                  <a:srgbClr val="52484A"/>
                </a:solidFill>
              </a:rPr>
              <a:t>카메라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>
                <a:solidFill>
                  <a:srgbClr val="52484A"/>
                </a:solidFill>
              </a:rPr>
              <a:t>DB </a:t>
            </a:r>
            <a:r>
              <a:rPr lang="en-US" altLang="ko-KR" sz="1133" dirty="0" err="1">
                <a:solidFill>
                  <a:srgbClr val="52484A"/>
                </a:solidFill>
              </a:rPr>
              <a:t>서버</a:t>
            </a:r>
            <a:r>
              <a:rPr lang="en-US" altLang="ko-KR" sz="1133" dirty="0">
                <a:solidFill>
                  <a:srgbClr val="52484A"/>
                </a:solidFill>
              </a:rPr>
              <a:t> (</a:t>
            </a:r>
            <a:r>
              <a:rPr lang="en-US" altLang="ko-KR" sz="1133" dirty="0" err="1">
                <a:solidFill>
                  <a:srgbClr val="52484A"/>
                </a:solidFill>
              </a:rPr>
              <a:t>현장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로컬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</p:txBody>
      </p:sp>
      <p:sp>
        <p:nvSpPr>
          <p:cNvPr id="51" name="Text 49"/>
          <p:cNvSpPr/>
          <p:nvPr/>
        </p:nvSpPr>
        <p:spPr>
          <a:xfrm>
            <a:off x="4974336" y="27640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54" name="Text 52"/>
          <p:cNvSpPr/>
          <p:nvPr/>
        </p:nvSpPr>
        <p:spPr>
          <a:xfrm>
            <a:off x="4974336" y="32273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60" name="Text 58"/>
          <p:cNvSpPr/>
          <p:nvPr/>
        </p:nvSpPr>
        <p:spPr>
          <a:xfrm>
            <a:off x="1072896" y="6413166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63" name="Text 61"/>
          <p:cNvSpPr/>
          <p:nvPr/>
        </p:nvSpPr>
        <p:spPr>
          <a:xfrm>
            <a:off x="1072896" y="687646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64" name="Shape 62"/>
          <p:cNvSpPr/>
          <p:nvPr/>
        </p:nvSpPr>
        <p:spPr>
          <a:xfrm>
            <a:off x="8144256" y="1886204"/>
            <a:ext cx="3755136" cy="20970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Shape 63"/>
          <p:cNvSpPr/>
          <p:nvPr/>
        </p:nvSpPr>
        <p:spPr>
          <a:xfrm>
            <a:off x="8144256" y="1886204"/>
            <a:ext cx="3755136" cy="34137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8241792" y="18862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1A5FAA"/>
                </a:solidFill>
              </a:rPr>
              <a:t>■</a:t>
            </a:r>
            <a:r>
              <a:rPr lang="en-US" sz="1000" b="1" spc="67" dirty="0">
                <a:solidFill>
                  <a:srgbClr val="1A5FAA"/>
                </a:solidFill>
              </a:rPr>
              <a:t>  납기 구조 (약 4개월)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17408" y="2300732"/>
            <a:ext cx="60960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8" name="Text 66"/>
          <p:cNvSpPr/>
          <p:nvPr/>
        </p:nvSpPr>
        <p:spPr>
          <a:xfrm>
            <a:off x="8217408" y="2300732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A5FAA"/>
                </a:solidFill>
              </a:rPr>
              <a:t>1단계</a:t>
            </a:r>
            <a:endParaRPr lang="en-US" sz="867" dirty="0"/>
          </a:p>
        </p:txBody>
      </p:sp>
      <p:sp>
        <p:nvSpPr>
          <p:cNvPr id="69" name="Text 67"/>
          <p:cNvSpPr/>
          <p:nvPr/>
        </p:nvSpPr>
        <p:spPr>
          <a:xfrm>
            <a:off x="8875776" y="230073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484A"/>
                </a:solidFill>
              </a:rPr>
              <a:t>부품 수급 및 제작</a:t>
            </a:r>
            <a:endParaRPr lang="en-US" sz="1133" dirty="0"/>
          </a:p>
        </p:txBody>
      </p:sp>
      <p:sp>
        <p:nvSpPr>
          <p:cNvPr id="70" name="Shape 68"/>
          <p:cNvSpPr/>
          <p:nvPr/>
        </p:nvSpPr>
        <p:spPr>
          <a:xfrm>
            <a:off x="8217408" y="2764028"/>
            <a:ext cx="60960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Text 69"/>
          <p:cNvSpPr/>
          <p:nvPr/>
        </p:nvSpPr>
        <p:spPr>
          <a:xfrm>
            <a:off x="8217408" y="2764028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A5FAA"/>
                </a:solidFill>
              </a:rPr>
              <a:t>2단계</a:t>
            </a:r>
            <a:endParaRPr lang="en-US" sz="867" dirty="0"/>
          </a:p>
        </p:txBody>
      </p:sp>
      <p:sp>
        <p:nvSpPr>
          <p:cNvPr id="72" name="Text 70"/>
          <p:cNvSpPr/>
          <p:nvPr/>
        </p:nvSpPr>
        <p:spPr>
          <a:xfrm>
            <a:off x="8875776" y="27640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484A"/>
                </a:solidFill>
              </a:rPr>
              <a:t>장비 설치 후 데이터 수집</a:t>
            </a:r>
            <a:endParaRPr lang="en-US" sz="1133" dirty="0"/>
          </a:p>
        </p:txBody>
      </p:sp>
      <p:sp>
        <p:nvSpPr>
          <p:cNvPr id="73" name="Shape 71"/>
          <p:cNvSpPr/>
          <p:nvPr/>
        </p:nvSpPr>
        <p:spPr>
          <a:xfrm>
            <a:off x="8217408" y="3227324"/>
            <a:ext cx="60960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4" name="Text 72"/>
          <p:cNvSpPr/>
          <p:nvPr/>
        </p:nvSpPr>
        <p:spPr>
          <a:xfrm>
            <a:off x="8217408" y="3227324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1A5FAA"/>
                </a:solidFill>
              </a:rPr>
              <a:t>3단계</a:t>
            </a:r>
            <a:endParaRPr lang="en-US" sz="867" dirty="0"/>
          </a:p>
        </p:txBody>
      </p:sp>
      <p:sp>
        <p:nvSpPr>
          <p:cNvPr id="75" name="Text 73"/>
          <p:cNvSpPr/>
          <p:nvPr/>
        </p:nvSpPr>
        <p:spPr>
          <a:xfrm>
            <a:off x="8875776" y="32273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484A"/>
                </a:solidFill>
              </a:rPr>
              <a:t>AI 학습 · 커스터마이즈 · 튜닝</a:t>
            </a:r>
            <a:endParaRPr lang="en-US" sz="1133" dirty="0"/>
          </a:p>
        </p:txBody>
      </p:sp>
      <p:sp>
        <p:nvSpPr>
          <p:cNvPr id="77" name="Text 75"/>
          <p:cNvSpPr/>
          <p:nvPr/>
        </p:nvSpPr>
        <p:spPr>
          <a:xfrm>
            <a:off x="8241792" y="3555492"/>
            <a:ext cx="363321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67" dirty="0">
                <a:solidFill>
                  <a:srgbClr val="52484A"/>
                </a:solidFill>
              </a:rPr>
              <a:t>※ </a:t>
            </a:r>
            <a:r>
              <a:rPr lang="en-US" sz="1067" dirty="0" err="1">
                <a:solidFill>
                  <a:srgbClr val="52484A"/>
                </a:solidFill>
              </a:rPr>
              <a:t>열차</a:t>
            </a:r>
            <a:r>
              <a:rPr lang="ko-KR" altLang="en-US" sz="1067" dirty="0">
                <a:solidFill>
                  <a:srgbClr val="52484A"/>
                </a:solidFill>
              </a:rPr>
              <a:t>의</a:t>
            </a:r>
            <a:r>
              <a:rPr lang="en-US" sz="1067" dirty="0">
                <a:solidFill>
                  <a:srgbClr val="52484A"/>
                </a:solidFill>
              </a:rPr>
              <a:t> 차종 및 현장 </a:t>
            </a:r>
            <a:r>
              <a:rPr lang="en-US" sz="1067" dirty="0" err="1">
                <a:solidFill>
                  <a:srgbClr val="52484A"/>
                </a:solidFill>
              </a:rPr>
              <a:t>구동</a:t>
            </a:r>
            <a:r>
              <a:rPr lang="en-US" sz="1067" dirty="0">
                <a:solidFill>
                  <a:srgbClr val="52484A"/>
                </a:solidFill>
              </a:rPr>
              <a:t> </a:t>
            </a:r>
            <a:r>
              <a:rPr lang="en-US" sz="1067" dirty="0" err="1">
                <a:solidFill>
                  <a:srgbClr val="52484A"/>
                </a:solidFill>
              </a:rPr>
              <a:t>환경이</a:t>
            </a:r>
            <a:r>
              <a:rPr lang="en-US" sz="1067" dirty="0"/>
              <a:t> </a:t>
            </a:r>
            <a:r>
              <a:rPr lang="ko-KR" altLang="en-US" sz="1067" dirty="0"/>
              <a:t>매 </a:t>
            </a:r>
            <a:r>
              <a:rPr lang="en-US" sz="1067" dirty="0" err="1">
                <a:solidFill>
                  <a:srgbClr val="52484A"/>
                </a:solidFill>
              </a:rPr>
              <a:t>건마다</a:t>
            </a:r>
            <a:r>
              <a:rPr lang="en-US" sz="1067" dirty="0">
                <a:solidFill>
                  <a:srgbClr val="52484A"/>
                </a:solidFill>
              </a:rPr>
              <a:t> 달라, </a:t>
            </a:r>
            <a:r>
              <a:rPr lang="en-US" sz="1067" dirty="0" err="1">
                <a:solidFill>
                  <a:srgbClr val="52484A"/>
                </a:solidFill>
              </a:rPr>
              <a:t>데이터</a:t>
            </a:r>
            <a:r>
              <a:rPr lang="en-US" sz="1067" dirty="0">
                <a:solidFill>
                  <a:srgbClr val="52484A"/>
                </a:solidFill>
              </a:rPr>
              <a:t> </a:t>
            </a:r>
            <a:r>
              <a:rPr lang="en-US" sz="1067" dirty="0" err="1">
                <a:solidFill>
                  <a:srgbClr val="52484A"/>
                </a:solidFill>
              </a:rPr>
              <a:t>재수집과</a:t>
            </a:r>
            <a:r>
              <a:rPr lang="en-US" sz="1067" dirty="0"/>
              <a:t> </a:t>
            </a:r>
            <a:r>
              <a:rPr lang="en-US" sz="1067" dirty="0" err="1">
                <a:solidFill>
                  <a:srgbClr val="52484A"/>
                </a:solidFill>
              </a:rPr>
              <a:t>튜닝</a:t>
            </a:r>
            <a:r>
              <a:rPr lang="en-US" sz="1067" dirty="0">
                <a:solidFill>
                  <a:srgbClr val="52484A"/>
                </a:solidFill>
              </a:rPr>
              <a:t> 기간이 반드시 발생함.</a:t>
            </a:r>
            <a:endParaRPr lang="en-US" sz="1067" dirty="0"/>
          </a:p>
        </p:txBody>
      </p:sp>
      <p:sp>
        <p:nvSpPr>
          <p:cNvPr id="78" name="Shape 76"/>
          <p:cNvSpPr/>
          <p:nvPr/>
        </p:nvSpPr>
        <p:spPr>
          <a:xfrm>
            <a:off x="0" y="6066202"/>
            <a:ext cx="12192000" cy="78570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9" name="Text 77"/>
          <p:cNvSpPr/>
          <p:nvPr/>
        </p:nvSpPr>
        <p:spPr>
          <a:xfrm>
            <a:off x="365760" y="605688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워런티 정책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" y="6287516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운용 개시 시점부터 1년 무상 대응</a:t>
            </a:r>
            <a:endParaRPr lang="en-US" sz="933" dirty="0"/>
          </a:p>
        </p:txBody>
      </p:sp>
      <p:sp>
        <p:nvSpPr>
          <p:cNvPr id="81" name="Text 79"/>
          <p:cNvSpPr/>
          <p:nvPr/>
        </p:nvSpPr>
        <p:spPr>
          <a:xfrm>
            <a:off x="365760" y="6482588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만료 후 </a:t>
            </a:r>
            <a:r>
              <a:rPr lang="en-US" altLang="ko-KR" sz="933" dirty="0" err="1">
                <a:solidFill>
                  <a:srgbClr val="A8C8DC"/>
                </a:solidFill>
              </a:rPr>
              <a:t>이슈</a:t>
            </a:r>
            <a:r>
              <a:rPr lang="en-US" altLang="ko-KR" sz="933" dirty="0">
                <a:solidFill>
                  <a:srgbClr val="A8C8DC"/>
                </a:solidFill>
              </a:rPr>
              <a:t> </a:t>
            </a:r>
            <a:r>
              <a:rPr lang="en-US" altLang="ko-KR" sz="933" dirty="0" err="1">
                <a:solidFill>
                  <a:srgbClr val="A8C8DC"/>
                </a:solidFill>
              </a:rPr>
              <a:t>발생</a:t>
            </a:r>
            <a:r>
              <a:rPr lang="en-US" altLang="ko-KR" sz="933" dirty="0">
                <a:solidFill>
                  <a:srgbClr val="A8C8DC"/>
                </a:solidFill>
              </a:rPr>
              <a:t> 시 </a:t>
            </a:r>
            <a:r>
              <a:rPr lang="en-US" altLang="ko-KR" sz="933" dirty="0" err="1">
                <a:solidFill>
                  <a:srgbClr val="A8C8DC"/>
                </a:solidFill>
              </a:rPr>
              <a:t>실비</a:t>
            </a:r>
            <a:r>
              <a:rPr lang="en-US" altLang="ko-KR" sz="933" dirty="0">
                <a:solidFill>
                  <a:srgbClr val="A8C8DC"/>
                </a:solidFill>
              </a:rPr>
              <a:t> </a:t>
            </a:r>
            <a:r>
              <a:rPr lang="en-US" altLang="ko-KR" sz="933" dirty="0" err="1">
                <a:solidFill>
                  <a:srgbClr val="A8C8DC"/>
                </a:solidFill>
              </a:rPr>
              <a:t>청구</a:t>
            </a:r>
            <a:endParaRPr lang="en-US" sz="933" dirty="0"/>
          </a:p>
        </p:txBody>
      </p:sp>
      <p:sp>
        <p:nvSpPr>
          <p:cNvPr id="83" name="Shape 81"/>
          <p:cNvSpPr/>
          <p:nvPr/>
        </p:nvSpPr>
        <p:spPr>
          <a:xfrm>
            <a:off x="6217920" y="6221476"/>
            <a:ext cx="12192" cy="540000"/>
          </a:xfrm>
          <a:prstGeom prst="rect">
            <a:avLst/>
          </a:prstGeom>
          <a:solidFill>
            <a:srgbClr val="2E4460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4" name="Text 82"/>
          <p:cNvSpPr/>
          <p:nvPr/>
        </p:nvSpPr>
        <p:spPr>
          <a:xfrm>
            <a:off x="6364224" y="605688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결제 조건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364224" y="6287516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계약 시 50%</a:t>
            </a:r>
            <a:endParaRPr lang="en-US" sz="933" dirty="0"/>
          </a:p>
        </p:txBody>
      </p:sp>
      <p:sp>
        <p:nvSpPr>
          <p:cNvPr id="86" name="Text 84"/>
          <p:cNvSpPr/>
          <p:nvPr/>
        </p:nvSpPr>
        <p:spPr>
          <a:xfrm>
            <a:off x="6364224" y="6482588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선적 / 출하 전 30%</a:t>
            </a:r>
            <a:endParaRPr lang="en-US" sz="933" dirty="0"/>
          </a:p>
        </p:txBody>
      </p:sp>
      <p:sp>
        <p:nvSpPr>
          <p:cNvPr id="87" name="Text 85"/>
          <p:cNvSpPr/>
          <p:nvPr/>
        </p:nvSpPr>
        <p:spPr>
          <a:xfrm>
            <a:off x="6364224" y="6677660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납품 완료 후 20%</a:t>
            </a:r>
            <a:endParaRPr lang="en-US" sz="933" dirty="0"/>
          </a:p>
        </p:txBody>
      </p:sp>
      <p:sp>
        <p:nvSpPr>
          <p:cNvPr id="88" name="Text 86"/>
          <p:cNvSpPr/>
          <p:nvPr/>
        </p:nvSpPr>
        <p:spPr>
          <a:xfrm>
            <a:off x="9753600" y="6352540"/>
            <a:ext cx="22920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67" b="1" i="1" dirty="0">
                <a:solidFill>
                  <a:srgbClr val="FF0000"/>
                </a:solidFill>
              </a:rPr>
              <a:t>해외 수출 기본 조건: FOB KOREA</a:t>
            </a:r>
            <a:endParaRPr lang="en-US" sz="867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E3A10-6AED-F296-5C58-F7A8859C9262}"/>
              </a:ext>
            </a:extLst>
          </p:cNvPr>
          <p:cNvSpPr txBox="1"/>
          <p:nvPr/>
        </p:nvSpPr>
        <p:spPr>
          <a:xfrm>
            <a:off x="1014476" y="4345408"/>
            <a:ext cx="3430415" cy="1211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b="1" dirty="0"/>
              <a:t>현행 방식 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코레일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일상검수</a:t>
            </a:r>
            <a:r>
              <a:rPr lang="ko-KR" altLang="en-US" sz="1400" b="1" dirty="0"/>
              <a:t> 기준 예시</a:t>
            </a:r>
            <a:r>
              <a:rPr lang="en-US" altLang="ko-KR" sz="1400" b="1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일상검수</a:t>
            </a:r>
            <a:r>
              <a:rPr lang="en-US" altLang="ko-KR" sz="1200" dirty="0"/>
              <a:t>: 3</a:t>
            </a:r>
            <a:r>
              <a:rPr lang="ko-KR" altLang="en-US" sz="1200" dirty="0"/>
              <a:t>일 주기 </a:t>
            </a:r>
            <a:r>
              <a:rPr lang="en-US" altLang="ko-KR" sz="1200" dirty="0"/>
              <a:t>/ 4</a:t>
            </a:r>
            <a:r>
              <a:rPr lang="ko-KR" altLang="en-US" sz="1200" dirty="0"/>
              <a:t>시간 </a:t>
            </a:r>
            <a:r>
              <a:rPr lang="en-US" altLang="ko-KR" sz="1200" dirty="0"/>
              <a:t>/ 4</a:t>
            </a:r>
            <a:r>
              <a:rPr lang="ko-KR" altLang="en-US" sz="1200" dirty="0"/>
              <a:t>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기존 투입 공수</a:t>
            </a:r>
            <a:r>
              <a:rPr lang="en-US" altLang="ko-KR" sz="1200" dirty="0"/>
              <a:t>: 4h × 4</a:t>
            </a:r>
            <a:r>
              <a:rPr lang="ko-KR" altLang="en-US" sz="1200" dirty="0"/>
              <a:t>명 </a:t>
            </a:r>
            <a:r>
              <a:rPr lang="en-US" altLang="ko-KR" sz="1200" dirty="0"/>
              <a:t>= </a:t>
            </a:r>
            <a:r>
              <a:rPr lang="en-US" altLang="ko-KR" sz="1200" b="1" dirty="0"/>
              <a:t>16 </a:t>
            </a:r>
            <a:r>
              <a:rPr lang="ko-KR" altLang="en-US" sz="1200" b="1" dirty="0"/>
              <a:t>인시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회</a:t>
            </a:r>
            <a:endParaRPr lang="ko-KR" altLang="en-US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연간 횟수</a:t>
            </a:r>
            <a:r>
              <a:rPr lang="en-US" altLang="ko-KR" sz="1200" dirty="0"/>
              <a:t>: 365/3 ≈ </a:t>
            </a:r>
            <a:r>
              <a:rPr lang="en-US" altLang="ko-KR" sz="1200" b="1" dirty="0"/>
              <a:t>122</a:t>
            </a:r>
            <a:r>
              <a:rPr lang="ko-KR" altLang="en-US" sz="1200" b="1" dirty="0"/>
              <a:t>회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년</a:t>
            </a:r>
            <a:endParaRPr lang="ko-KR" alt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1C4EB7-53F9-C965-C949-B06402A28467}"/>
              </a:ext>
            </a:extLst>
          </p:cNvPr>
          <p:cNvSpPr txBox="1"/>
          <p:nvPr/>
        </p:nvSpPr>
        <p:spPr>
          <a:xfrm>
            <a:off x="5308600" y="4519620"/>
            <a:ext cx="156464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본 솔루션 적용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331FE9-CD57-B80E-D470-EC813F04E8F9}"/>
              </a:ext>
            </a:extLst>
          </p:cNvPr>
          <p:cNvSpPr txBox="1"/>
          <p:nvPr/>
        </p:nvSpPr>
        <p:spPr>
          <a:xfrm>
            <a:off x="7708700" y="4305626"/>
            <a:ext cx="3625288" cy="658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b="1" dirty="0"/>
              <a:t>기대 절감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시나리오</a:t>
            </a:r>
            <a:r>
              <a:rPr lang="en-US" altLang="ko-KR" sz="1400" b="1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16 → 2 </a:t>
            </a:r>
            <a:r>
              <a:rPr lang="ko-KR" altLang="en-US" sz="1200" b="1" dirty="0"/>
              <a:t>인시</a:t>
            </a:r>
            <a:r>
              <a:rPr lang="ko-KR" altLang="en-US" sz="1200" dirty="0"/>
              <a:t> </a:t>
            </a:r>
            <a:r>
              <a:rPr lang="en-US" altLang="ko-KR" sz="1200" dirty="0"/>
              <a:t>(−14 </a:t>
            </a:r>
            <a:r>
              <a:rPr lang="ko-KR" altLang="en-US" sz="1200" dirty="0"/>
              <a:t>인시</a:t>
            </a:r>
            <a:r>
              <a:rPr lang="en-US" altLang="ko-KR" sz="1200" dirty="0"/>
              <a:t>/</a:t>
            </a:r>
            <a:r>
              <a:rPr lang="ko-KR" altLang="en-US" sz="1200" dirty="0"/>
              <a:t>회</a:t>
            </a:r>
            <a:r>
              <a:rPr lang="en-US" altLang="ko-KR" sz="1200" dirty="0"/>
              <a:t>, </a:t>
            </a:r>
            <a:r>
              <a:rPr lang="ko-KR" altLang="en-US" sz="1200" b="1" dirty="0"/>
              <a:t>−</a:t>
            </a:r>
            <a:r>
              <a:rPr lang="en-US" altLang="ko-KR" sz="1200" b="1" dirty="0"/>
              <a:t>87.5%</a:t>
            </a:r>
            <a:r>
              <a:rPr lang="en-US" altLang="ko-KR" sz="1200" dirty="0"/>
              <a:t>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C21830-5F45-4D52-D41E-98E7834D9EC5}"/>
              </a:ext>
            </a:extLst>
          </p:cNvPr>
          <p:cNvSpPr txBox="1"/>
          <p:nvPr/>
        </p:nvSpPr>
        <p:spPr>
          <a:xfrm>
            <a:off x="4152392" y="4896654"/>
            <a:ext cx="3755136" cy="8876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/>
              <a:t>현장 작업을 “전수 </a:t>
            </a:r>
            <a:r>
              <a:rPr lang="ko-KR" altLang="en-US" sz="1200" dirty="0" err="1"/>
              <a:t>점검”이</a:t>
            </a:r>
            <a:r>
              <a:rPr lang="ko-KR" altLang="en-US" sz="1200" dirty="0"/>
              <a:t> 아닌 </a:t>
            </a:r>
            <a:br>
              <a:rPr lang="en-US" altLang="ko-KR" sz="1200" dirty="0"/>
            </a:br>
            <a:r>
              <a:rPr lang="ko-KR" altLang="en-US" sz="1200" b="1" dirty="0"/>
              <a:t>예외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알람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확인 </a:t>
            </a:r>
            <a:r>
              <a:rPr lang="en-US" altLang="ko-KR" sz="1200" b="1" dirty="0"/>
              <a:t>+ </a:t>
            </a:r>
            <a:r>
              <a:rPr lang="ko-KR" altLang="en-US" sz="1200" b="1" dirty="0"/>
              <a:t>필요한 곳만 추가 확인</a:t>
            </a:r>
            <a:endParaRPr lang="en-US" altLang="ko-KR" sz="1200" b="1" dirty="0"/>
          </a:p>
          <a:p>
            <a:pPr algn="ctr">
              <a:lnSpc>
                <a:spcPct val="150000"/>
              </a:lnSpc>
            </a:pPr>
            <a:r>
              <a:rPr lang="ko-KR" altLang="en-US" sz="1200" dirty="0" err="1"/>
              <a:t>으로</a:t>
            </a:r>
            <a:r>
              <a:rPr lang="ko-KR" altLang="en-US" sz="1200" dirty="0"/>
              <a:t> 전환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63732FE-5F50-56CA-E0AA-7774277DE4A8}"/>
              </a:ext>
            </a:extLst>
          </p:cNvPr>
          <p:cNvSpPr txBox="1"/>
          <p:nvPr/>
        </p:nvSpPr>
        <p:spPr>
          <a:xfrm>
            <a:off x="7708700" y="4920172"/>
            <a:ext cx="3730752" cy="6118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연간 절감 인시: 14 × 122 = 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1,708 인시/년</a:t>
            </a: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연간 절감액: 1,708 × 70,000 = </a:t>
            </a:r>
            <a:r>
              <a:rPr lang="ko-KR" altLang="ko-KR" sz="1200" b="1" dirty="0">
                <a:solidFill>
                  <a:srgbClr val="FF0000"/>
                </a:solidFill>
                <a:latin typeface="Arial" panose="020B0604020202020204" pitchFamily="34" charset="0"/>
              </a:rPr>
              <a:t>₩119,560,000 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/ 년</a:t>
            </a: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80FDD9D4-659E-1178-8540-8B6CFFF5A7EF}"/>
              </a:ext>
            </a:extLst>
          </p:cNvPr>
          <p:cNvSpPr/>
          <p:nvPr/>
        </p:nvSpPr>
        <p:spPr>
          <a:xfrm>
            <a:off x="6229858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9" name="Text 12">
            <a:extLst>
              <a:ext uri="{FF2B5EF4-FFF2-40B4-BE49-F238E27FC236}">
                <a16:creationId xmlns:a16="http://schemas.microsoft.com/office/drawing/2014/main" id="{BD752A0C-A0B7-FD5A-8C78-A5F5A8C6151D}"/>
              </a:ext>
            </a:extLst>
          </p:cNvPr>
          <p:cNvSpPr/>
          <p:nvPr/>
        </p:nvSpPr>
        <p:spPr>
          <a:xfrm>
            <a:off x="6229858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33" dirty="0">
                <a:solidFill>
                  <a:srgbClr val="C00000"/>
                </a:solidFill>
              </a:rPr>
              <a:t>현장 </a:t>
            </a:r>
            <a:r>
              <a:rPr lang="en-US" sz="933" dirty="0" err="1">
                <a:solidFill>
                  <a:srgbClr val="C00000"/>
                </a:solidFill>
              </a:rPr>
              <a:t>설치비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100" name="Text 13">
            <a:extLst>
              <a:ext uri="{FF2B5EF4-FFF2-40B4-BE49-F238E27FC236}">
                <a16:creationId xmlns:a16="http://schemas.microsoft.com/office/drawing/2014/main" id="{6497227C-FE1A-1791-5C18-FB4FE4A17F6E}"/>
              </a:ext>
            </a:extLst>
          </p:cNvPr>
          <p:cNvSpPr/>
          <p:nvPr/>
        </p:nvSpPr>
        <p:spPr>
          <a:xfrm>
            <a:off x="6229858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524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</a:t>
            </a:r>
            <a:endParaRPr lang="en-US" sz="1733" dirty="0"/>
          </a:p>
        </p:txBody>
      </p:sp>
      <p:sp>
        <p:nvSpPr>
          <p:cNvPr id="101" name="Shape 14">
            <a:extLst>
              <a:ext uri="{FF2B5EF4-FFF2-40B4-BE49-F238E27FC236}">
                <a16:creationId xmlns:a16="http://schemas.microsoft.com/office/drawing/2014/main" id="{5C4330CD-6429-DDA0-D82B-1F29252E0AB2}"/>
              </a:ext>
            </a:extLst>
          </p:cNvPr>
          <p:cNvSpPr/>
          <p:nvPr/>
        </p:nvSpPr>
        <p:spPr>
          <a:xfrm>
            <a:off x="9141714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02" name="Text 15">
            <a:extLst>
              <a:ext uri="{FF2B5EF4-FFF2-40B4-BE49-F238E27FC236}">
                <a16:creationId xmlns:a16="http://schemas.microsoft.com/office/drawing/2014/main" id="{82A72C97-A684-825A-FAA4-E9FB16F78886}"/>
              </a:ext>
            </a:extLst>
          </p:cNvPr>
          <p:cNvSpPr/>
          <p:nvPr/>
        </p:nvSpPr>
        <p:spPr>
          <a:xfrm>
            <a:off x="9141714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외부 연동</a:t>
            </a:r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850FE364-B8A5-C3A5-2878-373067AB589F}"/>
              </a:ext>
            </a:extLst>
          </p:cNvPr>
          <p:cNvSpPr/>
          <p:nvPr/>
        </p:nvSpPr>
        <p:spPr>
          <a:xfrm>
            <a:off x="9141714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A0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 비용 검토</a:t>
            </a:r>
            <a:endParaRPr lang="en-US" sz="1733" dirty="0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64794585-847E-D11F-1DCC-8057BEA82BAD}"/>
              </a:ext>
            </a:extLst>
          </p:cNvPr>
          <p:cNvSpPr/>
          <p:nvPr/>
        </p:nvSpPr>
        <p:spPr>
          <a:xfrm>
            <a:off x="5101336" y="4394526"/>
            <a:ext cx="1896364" cy="574722"/>
          </a:xfrm>
          <a:prstGeom prst="rightArrow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266F21C4-41CC-41DC-7B00-FF768AA40DA0}"/>
              </a:ext>
            </a:extLst>
          </p:cNvPr>
          <p:cNvSpPr/>
          <p:nvPr/>
        </p:nvSpPr>
        <p:spPr>
          <a:xfrm>
            <a:off x="916940" y="4229426"/>
            <a:ext cx="3527951" cy="1369234"/>
          </a:xfrm>
          <a:prstGeom prst="roundRect">
            <a:avLst>
              <a:gd name="adj" fmla="val 10174"/>
            </a:avLst>
          </a:prstGeom>
          <a:noFill/>
          <a:ln w="9525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FB9899A5-8BF7-E7B8-6445-E775EE76F4EB}"/>
              </a:ext>
            </a:extLst>
          </p:cNvPr>
          <p:cNvSpPr/>
          <p:nvPr/>
        </p:nvSpPr>
        <p:spPr>
          <a:xfrm>
            <a:off x="7603236" y="4266790"/>
            <a:ext cx="3755136" cy="1369234"/>
          </a:xfrm>
          <a:prstGeom prst="roundRect">
            <a:avLst>
              <a:gd name="adj" fmla="val 10174"/>
            </a:avLst>
          </a:prstGeom>
          <a:noFill/>
          <a:ln w="9525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66DB954F-FBB2-18EF-CB3B-14239E5A8CEC}"/>
              </a:ext>
            </a:extLst>
          </p:cNvPr>
          <p:cNvSpPr txBox="1"/>
          <p:nvPr/>
        </p:nvSpPr>
        <p:spPr>
          <a:xfrm>
            <a:off x="4580528" y="2533394"/>
            <a:ext cx="7062831" cy="2760474"/>
          </a:xfrm>
          <a:prstGeom prst="roundRect">
            <a:avLst>
              <a:gd name="adj" fmla="val 6546"/>
            </a:avLst>
          </a:prstGeom>
          <a:solidFill>
            <a:srgbClr val="FFFFC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40" cy="950976"/>
          </a:xfrm>
          <a:prstGeom prst="rect">
            <a:avLst/>
          </a:prstGeom>
          <a:solidFill>
            <a:srgbClr val="1A5FAA"/>
          </a:solidFill>
          <a:ln w="1270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solidFill>
            <a:srgbClr val="1C2B4A"/>
          </a:solidFill>
          <a:ln w="9525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365760" y="146304"/>
            <a:ext cx="9509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spc="267" dirty="0">
                <a:solidFill>
                  <a:srgbClr val="1A5FAA"/>
                </a:solidFill>
              </a:rPr>
              <a:t>PKG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7424" y="60960"/>
            <a:ext cx="853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Safety Guard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87424" y="597408"/>
            <a:ext cx="853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 err="1">
                <a:solidFill>
                  <a:srgbClr val="7EA8CC"/>
                </a:solidFill>
              </a:rPr>
              <a:t>건설현장</a:t>
            </a:r>
            <a:r>
              <a:rPr lang="en-US" sz="1133" dirty="0">
                <a:solidFill>
                  <a:srgbClr val="7EA8CC"/>
                </a:solidFill>
              </a:rPr>
              <a:t> 차량 안전검사 시스템  —  현대건설 진행중</a:t>
            </a:r>
            <a:endParaRPr lang="en-US" sz="1133" dirty="0"/>
          </a:p>
        </p:txBody>
      </p:sp>
      <p:sp>
        <p:nvSpPr>
          <p:cNvPr id="19" name="Shape 17"/>
          <p:cNvSpPr/>
          <p:nvPr/>
        </p:nvSpPr>
        <p:spPr>
          <a:xfrm>
            <a:off x="341376" y="1848104"/>
            <a:ext cx="3755136" cy="2020141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8"/>
          <p:cNvSpPr/>
          <p:nvPr/>
        </p:nvSpPr>
        <p:spPr>
          <a:xfrm>
            <a:off x="341376" y="1848104"/>
            <a:ext cx="3755136" cy="34137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438912" y="1848104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1A5FAA"/>
                </a:solidFill>
              </a:rPr>
              <a:t>■</a:t>
            </a:r>
            <a:r>
              <a:rPr lang="en-US" sz="1000" b="1" spc="67" dirty="0">
                <a:solidFill>
                  <a:srgbClr val="1A5FAA"/>
                </a:solidFill>
              </a:rPr>
              <a:t>  SW 구성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2209038"/>
            <a:ext cx="3269488" cy="1528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33" dirty="0">
                <a:solidFill>
                  <a:srgbClr val="52484A"/>
                </a:solidFill>
              </a:rPr>
              <a:t>LPR — 번호판 인식 / 출입 이력 / </a:t>
            </a:r>
            <a:r>
              <a:rPr lang="en-US" sz="1133" dirty="0" err="1">
                <a:solidFill>
                  <a:srgbClr val="52484A"/>
                </a:solidFill>
              </a:rPr>
              <a:t>차량</a:t>
            </a:r>
            <a:r>
              <a:rPr lang="en-US" sz="1133" dirty="0">
                <a:solidFill>
                  <a:srgbClr val="52484A"/>
                </a:solidFill>
              </a:rPr>
              <a:t> </a:t>
            </a:r>
            <a:r>
              <a:rPr lang="en-US" sz="1133" dirty="0" err="1">
                <a:solidFill>
                  <a:srgbClr val="52484A"/>
                </a:solidFill>
              </a:rPr>
              <a:t>식별</a:t>
            </a:r>
            <a:endParaRPr lang="en-US" sz="1133" dirty="0">
              <a:solidFill>
                <a:srgbClr val="52484A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부품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판정</a:t>
            </a:r>
            <a:r>
              <a:rPr lang="en-US" altLang="ko-KR" sz="1133" dirty="0">
                <a:solidFill>
                  <a:srgbClr val="52484A"/>
                </a:solidFill>
              </a:rPr>
              <a:t> AI (</a:t>
            </a:r>
            <a:r>
              <a:rPr lang="en-US" altLang="ko-KR" sz="1133" dirty="0" err="1">
                <a:solidFill>
                  <a:srgbClr val="52484A"/>
                </a:solidFill>
              </a:rPr>
              <a:t>미러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전조등</a:t>
            </a:r>
            <a:r>
              <a:rPr lang="en-US" altLang="ko-KR" sz="1133" dirty="0">
                <a:solidFill>
                  <a:srgbClr val="52484A"/>
                </a:solidFill>
              </a:rPr>
              <a:t> · </a:t>
            </a:r>
            <a:r>
              <a:rPr lang="en-US" altLang="ko-KR" sz="1133" dirty="0" err="1">
                <a:solidFill>
                  <a:srgbClr val="52484A"/>
                </a:solidFill>
              </a:rPr>
              <a:t>후미등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타이어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트레드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SW (</a:t>
            </a:r>
            <a:r>
              <a:rPr lang="en-US" altLang="ko-KR" sz="1133" dirty="0" err="1">
                <a:solidFill>
                  <a:srgbClr val="52484A"/>
                </a:solidFill>
              </a:rPr>
              <a:t>레이저+비전</a:t>
            </a:r>
            <a:r>
              <a:rPr lang="en-US" altLang="ko-KR" sz="1133" dirty="0">
                <a:solidFill>
                  <a:srgbClr val="52484A"/>
                </a:solidFill>
              </a:rPr>
              <a:t>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제동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반응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시간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SW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통합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대시보드</a:t>
            </a:r>
            <a:r>
              <a:rPr lang="en-US" altLang="ko-KR" sz="1133" dirty="0">
                <a:solidFill>
                  <a:srgbClr val="52484A"/>
                </a:solidFill>
              </a:rPr>
              <a:t> + </a:t>
            </a:r>
            <a:r>
              <a:rPr lang="en-US" altLang="ko-KR" sz="1133" dirty="0" err="1">
                <a:solidFill>
                  <a:srgbClr val="52484A"/>
                </a:solidFill>
              </a:rPr>
              <a:t>검사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이력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리포트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고객사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시스템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연동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별도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비용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33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검토</a:t>
            </a:r>
            <a:r>
              <a:rPr lang="en-US" altLang="ko-KR" sz="11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27" name="Text 25"/>
          <p:cNvSpPr/>
          <p:nvPr/>
        </p:nvSpPr>
        <p:spPr>
          <a:xfrm>
            <a:off x="1072896" y="2725928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0" name="Text 28"/>
          <p:cNvSpPr/>
          <p:nvPr/>
        </p:nvSpPr>
        <p:spPr>
          <a:xfrm>
            <a:off x="1072896" y="3189224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3" name="Text 31"/>
          <p:cNvSpPr/>
          <p:nvPr/>
        </p:nvSpPr>
        <p:spPr>
          <a:xfrm>
            <a:off x="1072896" y="3652520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6" name="Text 34"/>
          <p:cNvSpPr/>
          <p:nvPr/>
        </p:nvSpPr>
        <p:spPr>
          <a:xfrm>
            <a:off x="1072896" y="4115816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39" name="Text 37"/>
          <p:cNvSpPr/>
          <p:nvPr/>
        </p:nvSpPr>
        <p:spPr>
          <a:xfrm>
            <a:off x="1072896" y="4579112"/>
            <a:ext cx="287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33" dirty="0"/>
          </a:p>
        </p:txBody>
      </p:sp>
      <p:sp>
        <p:nvSpPr>
          <p:cNvPr id="40" name="Shape 38"/>
          <p:cNvSpPr/>
          <p:nvPr/>
        </p:nvSpPr>
        <p:spPr>
          <a:xfrm>
            <a:off x="329184" y="3932937"/>
            <a:ext cx="3755136" cy="1785111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39"/>
          <p:cNvSpPr/>
          <p:nvPr/>
        </p:nvSpPr>
        <p:spPr>
          <a:xfrm>
            <a:off x="329184" y="3932937"/>
            <a:ext cx="3755136" cy="341376"/>
          </a:xfrm>
          <a:prstGeom prst="rect">
            <a:avLst/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Text 40"/>
          <p:cNvSpPr/>
          <p:nvPr/>
        </p:nvSpPr>
        <p:spPr>
          <a:xfrm>
            <a:off x="426720" y="3932937"/>
            <a:ext cx="36332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spc="67" dirty="0">
                <a:solidFill>
                  <a:srgbClr val="0A8A7A"/>
                </a:solidFill>
              </a:rPr>
              <a:t>■</a:t>
            </a:r>
            <a:r>
              <a:rPr lang="en-US" sz="1000" b="1" spc="67" dirty="0">
                <a:solidFill>
                  <a:srgbClr val="0A8A7A"/>
                </a:solidFill>
              </a:rPr>
              <a:t>  HW 구성  (카메라 총 8대)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6720" y="4284981"/>
            <a:ext cx="2877312" cy="13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33" dirty="0">
                <a:solidFill>
                  <a:srgbClr val="52484A"/>
                </a:solidFill>
              </a:rPr>
              <a:t>LPR 카메라 (번호판 인식 </a:t>
            </a:r>
            <a:r>
              <a:rPr lang="en-US" sz="1133" dirty="0" err="1">
                <a:solidFill>
                  <a:srgbClr val="52484A"/>
                </a:solidFill>
              </a:rPr>
              <a:t>전용</a:t>
            </a:r>
            <a:r>
              <a:rPr lang="en-US" sz="1133" dirty="0">
                <a:solidFill>
                  <a:srgbClr val="52484A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외관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검사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카메라</a:t>
            </a:r>
            <a:r>
              <a:rPr lang="en-US" altLang="ko-KR" sz="1133" dirty="0">
                <a:solidFill>
                  <a:srgbClr val="52484A"/>
                </a:solidFill>
              </a:rPr>
              <a:t> (</a:t>
            </a:r>
            <a:r>
              <a:rPr lang="en-US" altLang="ko-KR" sz="1133" dirty="0" err="1">
                <a:solidFill>
                  <a:srgbClr val="52484A"/>
                </a:solidFill>
              </a:rPr>
              <a:t>전·후·측면</a:t>
            </a:r>
            <a:r>
              <a:rPr lang="en-US" altLang="ko-KR" sz="1133" dirty="0">
                <a:solidFill>
                  <a:srgbClr val="52484A"/>
                </a:solidFill>
              </a:rPr>
              <a:t>, 총 8대)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>
                <a:solidFill>
                  <a:srgbClr val="52484A"/>
                </a:solidFill>
              </a:rPr>
              <a:t>AI </a:t>
            </a:r>
            <a:r>
              <a:rPr lang="en-US" altLang="ko-KR" sz="1133" dirty="0" err="1">
                <a:solidFill>
                  <a:srgbClr val="52484A"/>
                </a:solidFill>
              </a:rPr>
              <a:t>연산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서버</a:t>
            </a:r>
            <a:r>
              <a:rPr lang="en-US" altLang="ko-KR" sz="1133" dirty="0">
                <a:solidFill>
                  <a:srgbClr val="52484A"/>
                </a:solidFill>
              </a:rPr>
              <a:t> / </a:t>
            </a:r>
            <a:r>
              <a:rPr lang="en-US" altLang="ko-KR" sz="1133" dirty="0" err="1">
                <a:solidFill>
                  <a:srgbClr val="52484A"/>
                </a:solidFill>
              </a:rPr>
              <a:t>현장</a:t>
            </a:r>
            <a:r>
              <a:rPr lang="en-US" altLang="ko-KR" sz="1133" dirty="0">
                <a:solidFill>
                  <a:srgbClr val="52484A"/>
                </a:solidFill>
              </a:rPr>
              <a:t> PC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타이어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트레드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레이저</a:t>
            </a:r>
            <a:r>
              <a:rPr lang="en-US" altLang="ko-KR" sz="1133" dirty="0">
                <a:solidFill>
                  <a:srgbClr val="52484A"/>
                </a:solidFill>
              </a:rPr>
              <a:t> + </a:t>
            </a:r>
            <a:r>
              <a:rPr lang="en-US" altLang="ko-KR" sz="1133" dirty="0" err="1">
                <a:solidFill>
                  <a:srgbClr val="52484A"/>
                </a:solidFill>
              </a:rPr>
              <a:t>비전</a:t>
            </a:r>
            <a:r>
              <a:rPr lang="en-US" altLang="ko-KR" sz="1133" dirty="0">
                <a:solidFill>
                  <a:srgbClr val="52484A"/>
                </a:solidFill>
              </a:rPr>
              <a:t> HW</a:t>
            </a:r>
            <a:endParaRPr lang="en-US" altLang="ko-KR" sz="1133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33" dirty="0" err="1">
                <a:solidFill>
                  <a:srgbClr val="52484A"/>
                </a:solidFill>
              </a:rPr>
              <a:t>제동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반응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시간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측정</a:t>
            </a:r>
            <a:r>
              <a:rPr lang="en-US" altLang="ko-KR" sz="1133" dirty="0">
                <a:solidFill>
                  <a:srgbClr val="52484A"/>
                </a:solidFill>
              </a:rPr>
              <a:t> </a:t>
            </a:r>
            <a:r>
              <a:rPr lang="en-US" altLang="ko-KR" sz="1133" dirty="0" err="1">
                <a:solidFill>
                  <a:srgbClr val="52484A"/>
                </a:solidFill>
              </a:rPr>
              <a:t>센서</a:t>
            </a:r>
            <a:r>
              <a:rPr lang="en-US" altLang="ko-KR" sz="1133" dirty="0">
                <a:solidFill>
                  <a:srgbClr val="52484A"/>
                </a:solidFill>
              </a:rPr>
              <a:t>/</a:t>
            </a:r>
            <a:r>
              <a:rPr lang="en-US" altLang="ko-KR" sz="1133" dirty="0" err="1">
                <a:solidFill>
                  <a:srgbClr val="52484A"/>
                </a:solidFill>
              </a:rPr>
              <a:t>장치</a:t>
            </a:r>
            <a:endParaRPr lang="en-US" altLang="ko-KR" sz="1133" dirty="0"/>
          </a:p>
        </p:txBody>
      </p:sp>
      <p:sp>
        <p:nvSpPr>
          <p:cNvPr id="72" name="Shape 70"/>
          <p:cNvSpPr/>
          <p:nvPr/>
        </p:nvSpPr>
        <p:spPr>
          <a:xfrm>
            <a:off x="0" y="5779008"/>
            <a:ext cx="12192000" cy="10728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3" name="Text 71"/>
          <p:cNvSpPr/>
          <p:nvPr/>
        </p:nvSpPr>
        <p:spPr>
          <a:xfrm>
            <a:off x="365760" y="5815584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워런티 정책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65760" y="6071616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납품 완료 후 6개월 무상 대응</a:t>
            </a:r>
            <a:endParaRPr lang="en-US" sz="933" dirty="0"/>
          </a:p>
        </p:txBody>
      </p:sp>
      <p:sp>
        <p:nvSpPr>
          <p:cNvPr id="75" name="Text 73"/>
          <p:cNvSpPr/>
          <p:nvPr/>
        </p:nvSpPr>
        <p:spPr>
          <a:xfrm>
            <a:off x="365760" y="6266688"/>
            <a:ext cx="56083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만료 후: 이슈 발생 시 건별 실비 정산</a:t>
            </a:r>
            <a:endParaRPr lang="en-US" sz="933" dirty="0"/>
          </a:p>
        </p:txBody>
      </p:sp>
      <p:sp>
        <p:nvSpPr>
          <p:cNvPr id="77" name="Shape 75"/>
          <p:cNvSpPr/>
          <p:nvPr/>
        </p:nvSpPr>
        <p:spPr>
          <a:xfrm>
            <a:off x="6217920" y="5827776"/>
            <a:ext cx="12192" cy="902208"/>
          </a:xfrm>
          <a:prstGeom prst="rect">
            <a:avLst/>
          </a:prstGeom>
          <a:solidFill>
            <a:srgbClr val="2E4460"/>
          </a:solidFill>
          <a:ln w="1270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8" name="Text 76"/>
          <p:cNvSpPr/>
          <p:nvPr/>
        </p:nvSpPr>
        <p:spPr>
          <a:xfrm>
            <a:off x="6364224" y="581558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70C8B0"/>
                </a:solidFill>
              </a:rPr>
              <a:t>※</a:t>
            </a:r>
            <a:r>
              <a:rPr lang="en-US" sz="1000" b="1" dirty="0">
                <a:solidFill>
                  <a:srgbClr val="70C8B0"/>
                </a:solidFill>
              </a:rPr>
              <a:t>  결제 조건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364224" y="6071616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계약 시 50%</a:t>
            </a:r>
            <a:endParaRPr lang="en-US" sz="933" dirty="0"/>
          </a:p>
        </p:txBody>
      </p:sp>
      <p:sp>
        <p:nvSpPr>
          <p:cNvPr id="80" name="Text 78"/>
          <p:cNvSpPr/>
          <p:nvPr/>
        </p:nvSpPr>
        <p:spPr>
          <a:xfrm>
            <a:off x="6364224" y="6266688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선적 / 출하 전 30%</a:t>
            </a:r>
            <a:endParaRPr lang="en-US" sz="933" dirty="0"/>
          </a:p>
        </p:txBody>
      </p:sp>
      <p:sp>
        <p:nvSpPr>
          <p:cNvPr id="81" name="Text 79"/>
          <p:cNvSpPr/>
          <p:nvPr/>
        </p:nvSpPr>
        <p:spPr>
          <a:xfrm>
            <a:off x="6364224" y="6461760"/>
            <a:ext cx="36576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A8C8DC"/>
                </a:solidFill>
              </a:rPr>
              <a:t>·  납품 완료 후 20%</a:t>
            </a:r>
            <a:endParaRPr lang="en-US" sz="933" dirty="0"/>
          </a:p>
        </p:txBody>
      </p:sp>
      <p:sp>
        <p:nvSpPr>
          <p:cNvPr id="82" name="Text 80"/>
          <p:cNvSpPr/>
          <p:nvPr/>
        </p:nvSpPr>
        <p:spPr>
          <a:xfrm>
            <a:off x="9753600" y="6339840"/>
            <a:ext cx="22920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67" b="1" i="1" dirty="0">
                <a:solidFill>
                  <a:srgbClr val="FF0000"/>
                </a:solidFill>
              </a:rPr>
              <a:t>해외 수출 기본 조건: FOB KOREA</a:t>
            </a:r>
            <a:endParaRPr lang="en-US" sz="867" b="1" dirty="0">
              <a:solidFill>
                <a:srgbClr val="FF0000"/>
              </a:solidFill>
            </a:endParaRP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D5734E22-8EF5-449A-E16D-E01F237B6B48}"/>
              </a:ext>
            </a:extLst>
          </p:cNvPr>
          <p:cNvSpPr/>
          <p:nvPr/>
        </p:nvSpPr>
        <p:spPr>
          <a:xfrm>
            <a:off x="322833" y="1009396"/>
            <a:ext cx="282782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E1639DEF-98FF-A728-FB59-8B815C04B93F}"/>
              </a:ext>
            </a:extLst>
          </p:cNvPr>
          <p:cNvSpPr/>
          <p:nvPr/>
        </p:nvSpPr>
        <p:spPr>
          <a:xfrm>
            <a:off x="322833" y="1058164"/>
            <a:ext cx="28278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 err="1">
                <a:solidFill>
                  <a:srgbClr val="C00000"/>
                </a:solidFill>
              </a:rPr>
              <a:t>공급가</a:t>
            </a:r>
            <a:r>
              <a:rPr lang="en-US" sz="933" dirty="0">
                <a:solidFill>
                  <a:srgbClr val="C00000"/>
                </a:solidFill>
              </a:rPr>
              <a:t> (</a:t>
            </a:r>
            <a:r>
              <a:rPr lang="ko-KR" altLang="en-US" sz="933" dirty="0">
                <a:solidFill>
                  <a:srgbClr val="C00000"/>
                </a:solidFill>
              </a:rPr>
              <a:t>전체 세트 기준</a:t>
            </a:r>
            <a:r>
              <a:rPr lang="en-US" sz="933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9F25EE08-504E-385C-CEE5-E25BFA558942}"/>
              </a:ext>
            </a:extLst>
          </p:cNvPr>
          <p:cNvSpPr/>
          <p:nvPr/>
        </p:nvSpPr>
        <p:spPr>
          <a:xfrm>
            <a:off x="322833" y="1314196"/>
            <a:ext cx="28278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A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 25,000,000</a:t>
            </a:r>
            <a:endParaRPr lang="en-US" sz="1733" dirty="0"/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166337B0-FF9C-7627-5C47-D20B3181B0C9}"/>
              </a:ext>
            </a:extLst>
          </p:cNvPr>
          <p:cNvSpPr/>
          <p:nvPr/>
        </p:nvSpPr>
        <p:spPr>
          <a:xfrm>
            <a:off x="3315859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85" name="Text 18">
            <a:extLst>
              <a:ext uri="{FF2B5EF4-FFF2-40B4-BE49-F238E27FC236}">
                <a16:creationId xmlns:a16="http://schemas.microsoft.com/office/drawing/2014/main" id="{FE2CD3C8-F5D8-26DC-167E-6170F38F26C9}"/>
              </a:ext>
            </a:extLst>
          </p:cNvPr>
          <p:cNvSpPr/>
          <p:nvPr/>
        </p:nvSpPr>
        <p:spPr>
          <a:xfrm>
            <a:off x="3315859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납기</a:t>
            </a:r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146F6231-14C0-52E9-4AF1-C2203C68C876}"/>
              </a:ext>
            </a:extLst>
          </p:cNvPr>
          <p:cNvSpPr/>
          <p:nvPr/>
        </p:nvSpPr>
        <p:spPr>
          <a:xfrm>
            <a:off x="3315859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5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1개월</a:t>
            </a:r>
            <a:endParaRPr lang="en-US" sz="16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7DA38367-B8C4-A3C7-64E5-F22D16B0955D}"/>
              </a:ext>
            </a:extLst>
          </p:cNvPr>
          <p:cNvSpPr/>
          <p:nvPr/>
        </p:nvSpPr>
        <p:spPr>
          <a:xfrm>
            <a:off x="6229858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C7E843D3-42CD-CE98-0A8E-319BAF897719}"/>
              </a:ext>
            </a:extLst>
          </p:cNvPr>
          <p:cNvSpPr/>
          <p:nvPr/>
        </p:nvSpPr>
        <p:spPr>
          <a:xfrm>
            <a:off x="6229858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33" dirty="0">
                <a:solidFill>
                  <a:srgbClr val="C00000"/>
                </a:solidFill>
              </a:rPr>
              <a:t>현장 </a:t>
            </a:r>
            <a:r>
              <a:rPr lang="en-US" sz="933" dirty="0" err="1">
                <a:solidFill>
                  <a:srgbClr val="C00000"/>
                </a:solidFill>
              </a:rPr>
              <a:t>설치비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809E49CB-BCE6-8063-294A-A9FCD33E1E15}"/>
              </a:ext>
            </a:extLst>
          </p:cNvPr>
          <p:cNvSpPr/>
          <p:nvPr/>
        </p:nvSpPr>
        <p:spPr>
          <a:xfrm>
            <a:off x="6229858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5248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</a:t>
            </a:r>
            <a:endParaRPr lang="en-US" sz="1733" dirty="0"/>
          </a:p>
        </p:txBody>
      </p:sp>
      <p:sp>
        <p:nvSpPr>
          <p:cNvPr id="90" name="Shape 14">
            <a:extLst>
              <a:ext uri="{FF2B5EF4-FFF2-40B4-BE49-F238E27FC236}">
                <a16:creationId xmlns:a16="http://schemas.microsoft.com/office/drawing/2014/main" id="{86727400-53B1-332C-7740-64027E8903D8}"/>
              </a:ext>
            </a:extLst>
          </p:cNvPr>
          <p:cNvSpPr/>
          <p:nvPr/>
        </p:nvSpPr>
        <p:spPr>
          <a:xfrm>
            <a:off x="9141714" y="1009396"/>
            <a:ext cx="2748797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C809F3CD-641D-BDD7-1932-5FA0680B9E15}"/>
              </a:ext>
            </a:extLst>
          </p:cNvPr>
          <p:cNvSpPr/>
          <p:nvPr/>
        </p:nvSpPr>
        <p:spPr>
          <a:xfrm>
            <a:off x="9141714" y="1058164"/>
            <a:ext cx="2748797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00000"/>
                </a:solidFill>
              </a:rPr>
              <a:t>외부 연동</a:t>
            </a:r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26383DFD-E33A-EEE1-0720-C08AF4EA6F45}"/>
              </a:ext>
            </a:extLst>
          </p:cNvPr>
          <p:cNvSpPr/>
          <p:nvPr/>
        </p:nvSpPr>
        <p:spPr>
          <a:xfrm>
            <a:off x="9141714" y="1314196"/>
            <a:ext cx="274879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A0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별도 비용 검토</a:t>
            </a:r>
            <a:endParaRPr lang="en-US" sz="1733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D59CF1C-F724-1A45-5A5D-008D4385F828}"/>
              </a:ext>
            </a:extLst>
          </p:cNvPr>
          <p:cNvSpPr txBox="1"/>
          <p:nvPr/>
        </p:nvSpPr>
        <p:spPr>
          <a:xfrm>
            <a:off x="4413758" y="2356612"/>
            <a:ext cx="2063242" cy="340514"/>
          </a:xfrm>
          <a:prstGeom prst="roundRect">
            <a:avLst/>
          </a:prstGeom>
          <a:solidFill>
            <a:schemeClr val="bg1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제품 구성 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Case </a:t>
            </a:r>
            <a:r>
              <a:rPr kumimoji="0" lang="ko-KR" alt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별 단가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6F21FC5-1C77-7FCA-8505-60CFB60D7A05}"/>
              </a:ext>
            </a:extLst>
          </p:cNvPr>
          <p:cNvSpPr txBox="1"/>
          <p:nvPr/>
        </p:nvSpPr>
        <p:spPr>
          <a:xfrm>
            <a:off x="4690257" y="2806700"/>
            <a:ext cx="7062831" cy="158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defRPr sz="1133">
                <a:solidFill>
                  <a:srgbClr val="52484A"/>
                </a:solidFill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400" dirty="0"/>
              <a:t>LPR + </a:t>
            </a:r>
            <a:r>
              <a:rPr lang="ko-KR" altLang="en-US" sz="1400" dirty="0"/>
              <a:t>외관검사 </a:t>
            </a:r>
            <a:r>
              <a:rPr lang="en-US" altLang="ko-KR" sz="1400" dirty="0"/>
              <a:t>+ </a:t>
            </a:r>
            <a:r>
              <a:rPr lang="ko-KR" altLang="en-US" sz="1400" dirty="0"/>
              <a:t>서버 </a:t>
            </a:r>
            <a:r>
              <a:rPr lang="en-US" altLang="ko-KR" sz="1400" dirty="0"/>
              <a:t>= </a:t>
            </a:r>
            <a:r>
              <a:rPr lang="en-US" altLang="ko-KR" sz="1400" dirty="0">
                <a:solidFill>
                  <a:srgbClr val="FF0000"/>
                </a:solidFill>
              </a:rPr>
              <a:t>???</a:t>
            </a:r>
          </a:p>
          <a:p>
            <a:pPr>
              <a:lnSpc>
                <a:spcPct val="200000"/>
              </a:lnSpc>
            </a:pPr>
            <a:r>
              <a:rPr lang="en-US" altLang="ko-KR" sz="1400" dirty="0"/>
              <a:t>LPR + </a:t>
            </a:r>
            <a:r>
              <a:rPr lang="ko-KR" altLang="en-US" sz="1400" dirty="0"/>
              <a:t>타이어 </a:t>
            </a:r>
            <a:r>
              <a:rPr lang="ko-KR" altLang="en-US" sz="1400" dirty="0" err="1"/>
              <a:t>트레드</a:t>
            </a:r>
            <a:r>
              <a:rPr lang="ko-KR" altLang="en-US" sz="1400" dirty="0"/>
              <a:t> 측정 </a:t>
            </a:r>
            <a:r>
              <a:rPr lang="en-US" altLang="ko-KR" sz="1400" dirty="0"/>
              <a:t>+ </a:t>
            </a:r>
            <a:r>
              <a:rPr lang="ko-KR" altLang="en-US" sz="1400" dirty="0"/>
              <a:t>서버 </a:t>
            </a:r>
            <a:r>
              <a:rPr lang="en-US" altLang="ko-KR" sz="1400" dirty="0"/>
              <a:t>= </a:t>
            </a:r>
            <a:r>
              <a:rPr lang="en-US" altLang="ko-KR" sz="1400" dirty="0">
                <a:solidFill>
                  <a:srgbClr val="FF0000"/>
                </a:solidFill>
              </a:rPr>
              <a:t>???</a:t>
            </a:r>
          </a:p>
          <a:p>
            <a:pPr>
              <a:lnSpc>
                <a:spcPct val="200000"/>
              </a:lnSpc>
            </a:pPr>
            <a:r>
              <a:rPr lang="en-US" altLang="ko-KR" sz="1400" dirty="0"/>
              <a:t>LPR + </a:t>
            </a:r>
            <a:r>
              <a:rPr lang="ko-KR" altLang="en-US" sz="1400" dirty="0"/>
              <a:t>제동 반응 시간 측정 </a:t>
            </a:r>
            <a:r>
              <a:rPr lang="en-US" altLang="ko-KR" sz="1400" dirty="0"/>
              <a:t>+ </a:t>
            </a:r>
            <a:r>
              <a:rPr lang="ko-KR" altLang="en-US" sz="1400" dirty="0"/>
              <a:t>서버 </a:t>
            </a:r>
            <a:r>
              <a:rPr lang="en-US" altLang="ko-KR" sz="1400" dirty="0"/>
              <a:t>= </a:t>
            </a:r>
            <a:r>
              <a:rPr lang="en-US" altLang="ko-KR" sz="1400" dirty="0">
                <a:solidFill>
                  <a:srgbClr val="FF0000"/>
                </a:solidFill>
              </a:rPr>
              <a:t>???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전체</a:t>
            </a:r>
            <a:r>
              <a:rPr lang="en-US" altLang="ko-KR" sz="1400" dirty="0"/>
              <a:t> </a:t>
            </a:r>
            <a:r>
              <a:rPr lang="ko-KR" altLang="en-US" sz="1400" dirty="0"/>
              <a:t>세트 구성 </a:t>
            </a:r>
            <a:r>
              <a:rPr lang="en-US" altLang="ko-KR" sz="1400" dirty="0"/>
              <a:t>= </a:t>
            </a:r>
            <a:r>
              <a:rPr lang="en-US" altLang="ko-KR" sz="1400" b="1" dirty="0">
                <a:solidFill>
                  <a:srgbClr val="FF0000"/>
                </a:solidFill>
              </a:rPr>
              <a:t>\25,000,000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A499D2-504B-52CC-04CD-6CBB79279EF2}"/>
              </a:ext>
            </a:extLst>
          </p:cNvPr>
          <p:cNvSpPr txBox="1"/>
          <p:nvPr/>
        </p:nvSpPr>
        <p:spPr>
          <a:xfrm>
            <a:off x="4690257" y="4436872"/>
            <a:ext cx="7062831" cy="8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defRPr sz="1133">
                <a:solidFill>
                  <a:srgbClr val="52484A"/>
                </a:solidFill>
              </a:defRPr>
            </a:lvl1pPr>
          </a:lstStyle>
          <a:p>
            <a:pPr marL="0" indent="0">
              <a:buNone/>
            </a:pPr>
            <a:r>
              <a:rPr lang="en-US" altLang="ko-KR" sz="1400" i="1" dirty="0"/>
              <a:t>※ </a:t>
            </a:r>
            <a:r>
              <a:rPr lang="ko-KR" altLang="en-US" sz="1400" i="1" dirty="0"/>
              <a:t>종래에 사용중인 관리 시스템이 존재할 경우</a:t>
            </a:r>
            <a:r>
              <a:rPr lang="en-US" altLang="ko-KR" sz="1400" i="1" dirty="0"/>
              <a:t>, </a:t>
            </a:r>
            <a:r>
              <a:rPr lang="ko-KR" altLang="en-US" sz="1400" i="1" dirty="0"/>
              <a:t>연동의 방식과 범위에 따라 추가 비용 발생할 수 있습니다</a:t>
            </a:r>
            <a:r>
              <a:rPr lang="en-US" altLang="ko-KR" sz="1400" i="1" dirty="0"/>
              <a:t>.</a:t>
            </a:r>
            <a:endParaRPr lang="ko-KR" altLang="en-US" sz="14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7C02AC-EE44-39FA-9BB0-1686EA8FA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77599"/>
              </p:ext>
            </p:extLst>
          </p:nvPr>
        </p:nvGraphicFramePr>
        <p:xfrm>
          <a:off x="767976" y="1351677"/>
          <a:ext cx="8128000" cy="24984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717639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24889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776012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326164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95575723"/>
                    </a:ext>
                  </a:extLst>
                </a:gridCol>
              </a:tblGrid>
              <a:tr h="4559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66389"/>
                  </a:ext>
                </a:extLst>
              </a:tr>
              <a:tr h="6745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서버 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LPR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반드시 포함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전광판 포함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서버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카메라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060913"/>
                  </a:ext>
                </a:extLst>
              </a:tr>
              <a:tr h="4559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브레이크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브레이크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+300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438799"/>
                  </a:ext>
                </a:extLst>
              </a:tr>
              <a:tr h="4559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타이어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타이어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+300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558090"/>
                  </a:ext>
                </a:extLst>
              </a:tr>
              <a:tr h="4559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외관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차량 외관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+300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009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2BFCB55-5A07-484B-9CE8-D3E1180B3007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F9390C0-1AD0-4A2D-9473-F39D759B4F16}">
  <we:reference id="wa200005566" version="3.0.0.3" store="ko-KR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1042</Words>
  <Application>Microsoft Macintosh PowerPoint</Application>
  <PresentationFormat>와이드스크린</PresentationFormat>
  <Paragraphs>149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Trebuchet MS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기술지원팀</dc:creator>
  <cp:lastModifiedBy>종윤 임</cp:lastModifiedBy>
  <cp:revision>15</cp:revision>
  <dcterms:modified xsi:type="dcterms:W3CDTF">2026-03-09T01:53:09Z</dcterms:modified>
</cp:coreProperties>
</file>